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4" r:id="rId2"/>
    <p:sldId id="256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1" r:id="rId25"/>
    <p:sldId id="282" r:id="rId26"/>
    <p:sldId id="28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6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84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25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37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3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71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35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25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93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1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67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94284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34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458B89-F1B1-A4D2-E725-AAC49DBBA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JavaScript Conditionals and Loops</a:t>
            </a:r>
          </a:p>
        </p:txBody>
      </p:sp>
    </p:spTree>
    <p:extLst>
      <p:ext uri="{BB962C8B-B14F-4D97-AF65-F5344CB8AC3E}">
        <p14:creationId xmlns:p14="http://schemas.microsoft.com/office/powerpoint/2010/main" val="1947255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Conditionals and Loops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Conditionals and loops control how and how many times parts of </a:t>
            </a:r>
            <a:br>
              <a:rPr lang="en-US" dirty="0"/>
            </a:br>
            <a:r>
              <a:rPr dirty="0"/>
              <a:t>your code run. </a:t>
            </a:r>
            <a:endParaRPr lang="en-US" dirty="0"/>
          </a:p>
          <a:p>
            <a:pPr>
              <a:defRPr sz="2000"/>
            </a:pPr>
            <a:r>
              <a:rPr dirty="0"/>
              <a:t>They are essential for making decisions and repeating actions </a:t>
            </a:r>
            <a:br>
              <a:rPr lang="en-US" dirty="0"/>
            </a:br>
            <a:r>
              <a:rPr dirty="0"/>
              <a:t>in J</a:t>
            </a:r>
            <a:r>
              <a:rPr lang="en-US" dirty="0"/>
              <a:t>S</a:t>
            </a:r>
            <a:r>
              <a:rPr dirty="0"/>
              <a:t>, and they form the backbone of logic in React and all </a:t>
            </a:r>
            <a:br>
              <a:rPr lang="en-US" dirty="0"/>
            </a:br>
            <a:r>
              <a:rPr dirty="0"/>
              <a:t>JS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Conditionals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Conditionals let your code make decisions based on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Runs a block of code only if a condition is true. </a:t>
            </a:r>
            <a:endParaRPr lang="en-US" dirty="0"/>
          </a:p>
          <a:p>
            <a:pPr marL="1030288" lvl="1" indent="0">
              <a:buNone/>
              <a:defRPr sz="2000"/>
            </a:pPr>
            <a:r>
              <a:rPr lang="en-US" dirty="0"/>
              <a:t>const age = 20; </a:t>
            </a:r>
            <a:br>
              <a:rPr lang="en-US" dirty="0"/>
            </a:br>
            <a:r>
              <a:rPr lang="en-US" dirty="0"/>
              <a:t>if (age &gt;= 18) { </a:t>
            </a:r>
            <a:br>
              <a:rPr lang="en-US" dirty="0"/>
            </a:br>
            <a:r>
              <a:rPr lang="en-US" dirty="0"/>
              <a:t>console.log("You are an adult."); </a:t>
            </a:r>
            <a:br>
              <a:rPr lang="en-US" dirty="0"/>
            </a:br>
            <a:r>
              <a:rPr lang="en-US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if...else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Runs one block if the condition is true, another if it is false. </a:t>
            </a:r>
            <a:endParaRPr lang="en-US" dirty="0"/>
          </a:p>
          <a:p>
            <a:pPr marL="1030288" lvl="1" indent="0">
              <a:buNone/>
              <a:defRPr sz="2000"/>
            </a:pPr>
            <a:r>
              <a:rPr dirty="0"/>
              <a:t>const age = 16; </a:t>
            </a:r>
            <a:br>
              <a:rPr dirty="0"/>
            </a:br>
            <a:r>
              <a:rPr dirty="0"/>
              <a:t>if (age &gt;= 18) { </a:t>
            </a:r>
            <a:br>
              <a:rPr dirty="0"/>
            </a:br>
            <a:r>
              <a:rPr dirty="0"/>
              <a:t>console.log("You are an adult."); </a:t>
            </a:r>
            <a:br>
              <a:rPr dirty="0"/>
            </a:br>
            <a:r>
              <a:rPr dirty="0"/>
              <a:t>} else { </a:t>
            </a:r>
            <a:br>
              <a:rPr dirty="0"/>
            </a:br>
            <a:r>
              <a:rPr dirty="0"/>
              <a:t>console.log("You are a minor."); 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if...else if...else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 sz="2000"/>
            </a:pPr>
            <a:r>
              <a:rPr dirty="0"/>
              <a:t>Used when you have multiple conditions to check.</a:t>
            </a:r>
            <a:endParaRPr lang="en-US" dirty="0"/>
          </a:p>
          <a:p>
            <a:pPr marL="1030288" lvl="1" indent="0">
              <a:buNone/>
              <a:defRPr sz="2000"/>
            </a:pPr>
            <a:r>
              <a:rPr dirty="0"/>
              <a:t>const score = 75; </a:t>
            </a:r>
            <a:br>
              <a:rPr dirty="0"/>
            </a:br>
            <a:r>
              <a:rPr dirty="0"/>
              <a:t>if (score &gt;= 90) { </a:t>
            </a:r>
            <a:br>
              <a:rPr dirty="0"/>
            </a:br>
            <a:r>
              <a:rPr dirty="0"/>
              <a:t>console.log("Grade: A"); </a:t>
            </a:r>
            <a:br>
              <a:rPr dirty="0"/>
            </a:br>
            <a:r>
              <a:rPr dirty="0"/>
              <a:t>} else if (score &gt;= 75) { </a:t>
            </a:r>
            <a:br>
              <a:rPr dirty="0"/>
            </a:br>
            <a:r>
              <a:rPr dirty="0"/>
              <a:t>console.log("Grade: B"); </a:t>
            </a:r>
            <a:br>
              <a:rPr dirty="0"/>
            </a:br>
            <a:r>
              <a:rPr dirty="0"/>
              <a:t>} else if (score &gt;= 60) { </a:t>
            </a:r>
            <a:br>
              <a:rPr dirty="0"/>
            </a:br>
            <a:r>
              <a:rPr dirty="0"/>
              <a:t>console.log("Grade: C"); </a:t>
            </a:r>
            <a:br>
              <a:rPr dirty="0"/>
            </a:br>
            <a:r>
              <a:rPr dirty="0"/>
              <a:t>} else { </a:t>
            </a:r>
            <a:br>
              <a:rPr dirty="0"/>
            </a:br>
            <a:r>
              <a:rPr dirty="0"/>
              <a:t>console.log("Grade: D"); 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1.4 Truthy and falsy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In JavaScript, conditions are evaluated as truthy or </a:t>
            </a:r>
            <a:r>
              <a:rPr dirty="0" err="1"/>
              <a:t>falsy</a:t>
            </a:r>
            <a:r>
              <a:rPr dirty="0"/>
              <a:t>. </a:t>
            </a:r>
            <a:br>
              <a:rPr dirty="0"/>
            </a:br>
            <a:r>
              <a:rPr dirty="0" err="1"/>
              <a:t>Falsy</a:t>
            </a:r>
            <a:r>
              <a:rPr dirty="0"/>
              <a:t> values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1.5 Logical operators in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 sz="2000"/>
            </a:pPr>
            <a:r>
              <a:rPr dirty="0"/>
              <a:t>&amp;&amp; (AND): both conditions must be true. </a:t>
            </a:r>
            <a:br>
              <a:rPr dirty="0"/>
            </a:br>
            <a:r>
              <a:rPr dirty="0"/>
              <a:t>|| (OR): at least one condition must be true. </a:t>
            </a:r>
            <a:br>
              <a:rPr dirty="0"/>
            </a:br>
            <a:r>
              <a:rPr dirty="0"/>
              <a:t>! (NOT): negates a condition. </a:t>
            </a:r>
            <a:endParaRPr lang="en-US" dirty="0"/>
          </a:p>
          <a:p>
            <a:pPr lvl="1">
              <a:defRPr sz="2000"/>
            </a:pPr>
            <a:r>
              <a:rPr dirty="0"/>
              <a:t>const age = 22; </a:t>
            </a:r>
            <a:br>
              <a:rPr dirty="0"/>
            </a:br>
            <a:r>
              <a:rPr dirty="0"/>
              <a:t>const </a:t>
            </a:r>
            <a:r>
              <a:rPr dirty="0" err="1"/>
              <a:t>hasId</a:t>
            </a:r>
            <a:r>
              <a:rPr dirty="0"/>
              <a:t> = true; </a:t>
            </a:r>
            <a:br>
              <a:rPr dirty="0"/>
            </a:br>
            <a:r>
              <a:rPr dirty="0"/>
              <a:t>if (age &gt;= 18 &amp;&amp; </a:t>
            </a:r>
            <a:r>
              <a:rPr dirty="0" err="1"/>
              <a:t>hasId</a:t>
            </a:r>
            <a:r>
              <a:rPr dirty="0"/>
              <a:t>) { </a:t>
            </a:r>
            <a:br>
              <a:rPr dirty="0"/>
            </a:br>
            <a:r>
              <a:rPr dirty="0"/>
              <a:t>console.log("Entry allowed"); </a:t>
            </a:r>
            <a:br>
              <a:rPr dirty="0"/>
            </a:br>
            <a:r>
              <a:rPr dirty="0"/>
              <a:t>} </a:t>
            </a:r>
            <a:br>
              <a:rPr dirty="0"/>
            </a:br>
            <a:r>
              <a:rPr dirty="0"/>
              <a:t>if (age &lt; 18 || !</a:t>
            </a:r>
            <a:r>
              <a:rPr dirty="0" err="1"/>
              <a:t>hasId</a:t>
            </a:r>
            <a:r>
              <a:rPr dirty="0"/>
              <a:t>) { </a:t>
            </a:r>
            <a:br>
              <a:rPr dirty="0"/>
            </a:br>
            <a:r>
              <a:rPr dirty="0"/>
              <a:t>console.log("Entry not allowed"); </a:t>
            </a:r>
            <a:br>
              <a:rPr dirty="0"/>
            </a:br>
            <a:r>
              <a:rPr dirty="0"/>
              <a:t>}</a:t>
            </a:r>
            <a:r>
              <a:rPr lang="en-US" dirty="0"/>
              <a:t>									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1.6 Ternary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A short form of if...else that returns a value.</a:t>
            </a:r>
            <a:endParaRPr lang="en-US" dirty="0"/>
          </a:p>
          <a:p>
            <a:pPr marL="1030288" lvl="1" indent="0">
              <a:buNone/>
              <a:defRPr sz="2000"/>
            </a:pPr>
            <a:r>
              <a:rPr dirty="0"/>
              <a:t>const age = 20; </a:t>
            </a:r>
            <a:br>
              <a:rPr dirty="0"/>
            </a:br>
            <a:r>
              <a:rPr dirty="0"/>
              <a:t>const message = age &gt;= 18 ? "Adult" : "Minor"; </a:t>
            </a:r>
            <a:br>
              <a:rPr dirty="0"/>
            </a:br>
            <a:r>
              <a:rPr dirty="0"/>
              <a:t>console.log(message); // "Adult" </a:t>
            </a:r>
            <a:endParaRPr lang="en-US" dirty="0"/>
          </a:p>
          <a:p>
            <a:pPr>
              <a:defRPr sz="2000"/>
            </a:pPr>
            <a:r>
              <a:rPr dirty="0"/>
              <a:t>Useful for simple conditions in expressions (very common in React JSX).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1.7 switch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 sz="2000"/>
            </a:pPr>
            <a:r>
              <a:rPr dirty="0"/>
              <a:t>Used when you have many possible values for a single variable.</a:t>
            </a:r>
            <a:endParaRPr lang="en-US" dirty="0"/>
          </a:p>
          <a:p>
            <a:pPr marL="1030288" lvl="1" indent="0">
              <a:buNone/>
              <a:defRPr sz="2000"/>
            </a:pPr>
            <a:r>
              <a:rPr dirty="0"/>
              <a:t>const day = "Monday"; </a:t>
            </a:r>
            <a:br>
              <a:rPr dirty="0"/>
            </a:br>
            <a:r>
              <a:rPr dirty="0"/>
              <a:t>switch (day) { </a:t>
            </a:r>
            <a:br>
              <a:rPr dirty="0"/>
            </a:br>
            <a:r>
              <a:rPr dirty="0"/>
              <a:t>case "Monday": </a:t>
            </a:r>
            <a:br>
              <a:rPr dirty="0"/>
            </a:br>
            <a:r>
              <a:rPr dirty="0"/>
              <a:t>console.log("Start of the week"); </a:t>
            </a:r>
            <a:r>
              <a:rPr lang="en-US" dirty="0"/>
              <a:t> </a:t>
            </a:r>
            <a:r>
              <a:rPr dirty="0"/>
              <a:t>break; </a:t>
            </a:r>
            <a:br>
              <a:rPr dirty="0"/>
            </a:br>
            <a:r>
              <a:rPr dirty="0"/>
              <a:t>case "Friday": </a:t>
            </a:r>
            <a:br>
              <a:rPr dirty="0"/>
            </a:br>
            <a:r>
              <a:rPr dirty="0"/>
              <a:t>console.log("End of the work week"); </a:t>
            </a:r>
            <a:r>
              <a:rPr lang="en-US" dirty="0"/>
              <a:t> </a:t>
            </a:r>
            <a:r>
              <a:rPr dirty="0"/>
              <a:t>break; </a:t>
            </a:r>
            <a:br>
              <a:rPr dirty="0"/>
            </a:br>
            <a:r>
              <a:rPr dirty="0"/>
              <a:t>case "Saturday": </a:t>
            </a:r>
            <a:br>
              <a:rPr dirty="0"/>
            </a:br>
            <a:r>
              <a:rPr dirty="0"/>
              <a:t>case "Sunday": </a:t>
            </a:r>
            <a:br>
              <a:rPr dirty="0"/>
            </a:br>
            <a:r>
              <a:rPr dirty="0"/>
              <a:t>console.log("Weekend"); </a:t>
            </a:r>
            <a:r>
              <a:rPr lang="en-US" dirty="0"/>
              <a:t> </a:t>
            </a:r>
            <a:r>
              <a:rPr dirty="0"/>
              <a:t>break; </a:t>
            </a:r>
            <a:br>
              <a:rPr dirty="0"/>
            </a:br>
            <a:r>
              <a:rPr dirty="0"/>
              <a:t>default: </a:t>
            </a:r>
            <a:r>
              <a:rPr lang="en-US" dirty="0"/>
              <a:t> </a:t>
            </a:r>
            <a:r>
              <a:rPr dirty="0"/>
              <a:t>console.log("Regular day"); </a:t>
            </a:r>
            <a:br>
              <a:rPr dirty="0"/>
            </a:br>
            <a:r>
              <a:rPr dirty="0"/>
              <a:t>} </a:t>
            </a:r>
            <a:endParaRPr lang="en-US" dirty="0"/>
          </a:p>
          <a:p>
            <a:pPr>
              <a:defRPr sz="2000"/>
            </a:pPr>
            <a:r>
              <a:rPr dirty="0"/>
              <a:t>case matches the value. </a:t>
            </a:r>
            <a:endParaRPr lang="en-US" dirty="0"/>
          </a:p>
          <a:p>
            <a:pPr>
              <a:defRPr sz="2000"/>
            </a:pPr>
            <a:r>
              <a:rPr dirty="0"/>
              <a:t>break stops execution after a match. </a:t>
            </a:r>
            <a:endParaRPr lang="en-US" dirty="0"/>
          </a:p>
          <a:p>
            <a:pPr>
              <a:defRPr sz="2000"/>
            </a:pPr>
            <a:r>
              <a:rPr dirty="0"/>
              <a:t>default runs if no case matches.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Loops let you repeat code multiple times.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dirty="0"/>
              <a:t>Used when you know how many times to repeat.</a:t>
            </a:r>
            <a:endParaRPr lang="en-US" dirty="0"/>
          </a:p>
          <a:p>
            <a:pPr lvl="1">
              <a:defRPr sz="2000"/>
            </a:pPr>
            <a:r>
              <a:rPr dirty="0"/>
              <a:t>for (let </a:t>
            </a:r>
            <a:r>
              <a:rPr dirty="0" err="1"/>
              <a:t>i</a:t>
            </a:r>
            <a:r>
              <a:rPr dirty="0"/>
              <a:t> = 0; </a:t>
            </a:r>
            <a:r>
              <a:rPr dirty="0" err="1"/>
              <a:t>i</a:t>
            </a:r>
            <a:r>
              <a:rPr dirty="0"/>
              <a:t> &lt; 5; </a:t>
            </a:r>
            <a:r>
              <a:rPr dirty="0" err="1"/>
              <a:t>i</a:t>
            </a:r>
            <a:r>
              <a:rPr dirty="0"/>
              <a:t>++) { </a:t>
            </a:r>
            <a:br>
              <a:rPr dirty="0"/>
            </a:br>
            <a:r>
              <a:rPr dirty="0"/>
              <a:t>console.log("</a:t>
            </a:r>
            <a:r>
              <a:rPr dirty="0" err="1"/>
              <a:t>i</a:t>
            </a:r>
            <a:r>
              <a:rPr dirty="0"/>
              <a:t> =", </a:t>
            </a:r>
            <a:r>
              <a:rPr dirty="0" err="1"/>
              <a:t>i</a:t>
            </a:r>
            <a:r>
              <a:rPr dirty="0"/>
              <a:t>); </a:t>
            </a:r>
            <a:br>
              <a:rPr dirty="0"/>
            </a:br>
            <a:r>
              <a:rPr dirty="0"/>
              <a:t>} </a:t>
            </a:r>
            <a:endParaRPr lang="en-US" dirty="0"/>
          </a:p>
          <a:p>
            <a:pPr>
              <a:defRPr sz="2000"/>
            </a:pPr>
            <a:r>
              <a:rPr dirty="0"/>
              <a:t>Parts: </a:t>
            </a:r>
            <a:br>
              <a:rPr dirty="0"/>
            </a:br>
            <a:r>
              <a:rPr dirty="0"/>
              <a:t>let </a:t>
            </a:r>
            <a:r>
              <a:rPr dirty="0" err="1"/>
              <a:t>i</a:t>
            </a:r>
            <a:r>
              <a:rPr dirty="0"/>
              <a:t> = 0 – initialization </a:t>
            </a:r>
            <a:br>
              <a:rPr dirty="0"/>
            </a:br>
            <a:r>
              <a:rPr dirty="0" err="1"/>
              <a:t>i</a:t>
            </a:r>
            <a:r>
              <a:rPr dirty="0"/>
              <a:t> &lt; 5 – condition (loop runs while this is true) </a:t>
            </a:r>
            <a:br>
              <a:rPr dirty="0"/>
            </a:br>
            <a:r>
              <a:rPr dirty="0" err="1"/>
              <a:t>i</a:t>
            </a:r>
            <a:r>
              <a:rPr dirty="0"/>
              <a:t>++ – update (change counter each time)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Looping over arrays with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const </a:t>
            </a:r>
            <a:r>
              <a:rPr dirty="0" err="1"/>
              <a:t>nums</a:t>
            </a:r>
            <a:r>
              <a:rPr dirty="0"/>
              <a:t> = [10, 20, 30, 40]; </a:t>
            </a:r>
            <a:br>
              <a:rPr dirty="0"/>
            </a:br>
            <a:r>
              <a:rPr dirty="0"/>
              <a:t>for (let </a:t>
            </a:r>
            <a:r>
              <a:rPr dirty="0" err="1"/>
              <a:t>i</a:t>
            </a:r>
            <a:r>
              <a:rPr dirty="0"/>
              <a:t> = 0; </a:t>
            </a:r>
            <a:r>
              <a:rPr dirty="0" err="1"/>
              <a:t>i</a:t>
            </a:r>
            <a:r>
              <a:rPr dirty="0"/>
              <a:t> &lt; </a:t>
            </a:r>
            <a:r>
              <a:rPr dirty="0" err="1"/>
              <a:t>nums.length</a:t>
            </a:r>
            <a:r>
              <a:rPr dirty="0"/>
              <a:t>; </a:t>
            </a:r>
            <a:r>
              <a:rPr dirty="0" err="1"/>
              <a:t>i</a:t>
            </a:r>
            <a:r>
              <a:rPr dirty="0"/>
              <a:t>++) { </a:t>
            </a:r>
            <a:br>
              <a:rPr dirty="0"/>
            </a:br>
            <a:r>
              <a:rPr dirty="0"/>
              <a:t>console.log("Index:", </a:t>
            </a:r>
            <a:r>
              <a:rPr dirty="0" err="1"/>
              <a:t>i</a:t>
            </a:r>
            <a:r>
              <a:rPr dirty="0"/>
              <a:t>, "Value:", </a:t>
            </a:r>
            <a:r>
              <a:rPr dirty="0" err="1"/>
              <a:t>nums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]); 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Runs as long as a condition is true. Use when you don’t know the exact number of iterations. </a:t>
            </a:r>
            <a:endParaRPr lang="en-US" dirty="0"/>
          </a:p>
          <a:p>
            <a:pPr lvl="1">
              <a:defRPr sz="2000"/>
            </a:pPr>
            <a:r>
              <a:rPr dirty="0"/>
              <a:t>let count = 0; </a:t>
            </a:r>
            <a:br>
              <a:rPr dirty="0"/>
            </a:br>
            <a:r>
              <a:rPr dirty="0"/>
              <a:t>while (count &lt; 5) { </a:t>
            </a:r>
            <a:br>
              <a:rPr dirty="0"/>
            </a:br>
            <a:r>
              <a:rPr dirty="0"/>
              <a:t>console.log("count =", count); </a:t>
            </a:r>
            <a:br>
              <a:rPr dirty="0"/>
            </a:br>
            <a:r>
              <a:rPr dirty="0"/>
              <a:t>count++; // important: update condition, or loop may run forever 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 do...while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Runs the block at least once, then checks the condition. </a:t>
            </a:r>
            <a:endParaRPr lang="en-US" dirty="0"/>
          </a:p>
          <a:p>
            <a:pPr lvl="1">
              <a:defRPr sz="2000"/>
            </a:pPr>
            <a:r>
              <a:rPr dirty="0"/>
              <a:t>let num = 0; </a:t>
            </a:r>
            <a:br>
              <a:rPr dirty="0"/>
            </a:br>
            <a:r>
              <a:rPr dirty="0"/>
              <a:t>do { </a:t>
            </a:r>
            <a:br>
              <a:rPr dirty="0"/>
            </a:br>
            <a:r>
              <a:rPr dirty="0"/>
              <a:t>console.log("num =", num); </a:t>
            </a:r>
            <a:br>
              <a:rPr dirty="0"/>
            </a:br>
            <a:r>
              <a:rPr dirty="0"/>
              <a:t>num++; </a:t>
            </a:r>
            <a:br>
              <a:rPr dirty="0"/>
            </a:br>
            <a:r>
              <a:rPr dirty="0"/>
              <a:t>} while (num &lt; 5);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2.5 for...of loop (for arrays, strings, etc.)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000"/>
            </a:pPr>
            <a:r>
              <a:rPr dirty="0"/>
              <a:t>Clean way to loop over values in an array or other </a:t>
            </a:r>
            <a:r>
              <a:rPr dirty="0" err="1"/>
              <a:t>iterable</a:t>
            </a:r>
            <a:r>
              <a:rPr dirty="0"/>
              <a:t>. </a:t>
            </a:r>
            <a:endParaRPr lang="en-US" dirty="0"/>
          </a:p>
          <a:p>
            <a:pPr lvl="1">
              <a:defRPr sz="2000"/>
            </a:pPr>
            <a:r>
              <a:rPr dirty="0"/>
              <a:t>const colors = ["red", "green", "blue"]; </a:t>
            </a:r>
            <a:br>
              <a:rPr dirty="0"/>
            </a:br>
            <a:r>
              <a:rPr dirty="0"/>
              <a:t>for (const color of colors) { </a:t>
            </a:r>
            <a:br>
              <a:rPr dirty="0"/>
            </a:br>
            <a:r>
              <a:rPr dirty="0"/>
              <a:t>console.log(color); </a:t>
            </a:r>
            <a:br>
              <a:rPr dirty="0"/>
            </a:br>
            <a:r>
              <a:rPr dirty="0"/>
              <a:t>} </a:t>
            </a:r>
            <a:endParaRPr lang="en-US" dirty="0"/>
          </a:p>
          <a:p>
            <a:pPr>
              <a:defRPr sz="2000"/>
            </a:pPr>
            <a:r>
              <a:rPr dirty="0"/>
              <a:t>You can also loop over strings: </a:t>
            </a:r>
            <a:endParaRPr lang="en-US" dirty="0"/>
          </a:p>
          <a:p>
            <a:pPr lvl="1">
              <a:defRPr sz="2000"/>
            </a:pPr>
            <a:r>
              <a:rPr dirty="0"/>
              <a:t>const str = "hello"; </a:t>
            </a:r>
            <a:br>
              <a:rPr dirty="0"/>
            </a:br>
            <a:r>
              <a:rPr dirty="0"/>
              <a:t>for (const </a:t>
            </a:r>
            <a:r>
              <a:rPr dirty="0" err="1"/>
              <a:t>ch</a:t>
            </a:r>
            <a:r>
              <a:rPr dirty="0"/>
              <a:t> of str) { </a:t>
            </a:r>
            <a:br>
              <a:rPr dirty="0"/>
            </a:br>
            <a:r>
              <a:rPr dirty="0"/>
              <a:t>console.log(</a:t>
            </a:r>
            <a:r>
              <a:rPr dirty="0" err="1"/>
              <a:t>ch</a:t>
            </a:r>
            <a:r>
              <a:rPr dirty="0"/>
              <a:t>); 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2.6 for...in loop (for object keys)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 sz="2000"/>
            </a:pPr>
            <a:r>
              <a:rPr dirty="0"/>
              <a:t>Mainly used for iterating over object properties. </a:t>
            </a:r>
            <a:endParaRPr lang="en-US" dirty="0"/>
          </a:p>
          <a:p>
            <a:pPr lvl="1">
              <a:defRPr sz="2000"/>
            </a:pPr>
            <a:r>
              <a:rPr dirty="0"/>
              <a:t>const person = { </a:t>
            </a:r>
            <a:br>
              <a:rPr dirty="0"/>
            </a:br>
            <a:r>
              <a:rPr dirty="0"/>
              <a:t>name: "Asha", </a:t>
            </a:r>
            <a:br>
              <a:rPr dirty="0"/>
            </a:br>
            <a:r>
              <a:rPr dirty="0"/>
              <a:t>age: 25, </a:t>
            </a:r>
            <a:br>
              <a:rPr dirty="0"/>
            </a:br>
            <a:r>
              <a:rPr dirty="0"/>
              <a:t>city: "Mumbai" </a:t>
            </a:r>
            <a:br>
              <a:rPr dirty="0"/>
            </a:br>
            <a:r>
              <a:rPr dirty="0"/>
              <a:t>}; </a:t>
            </a:r>
            <a:br>
              <a:rPr dirty="0"/>
            </a:br>
            <a:r>
              <a:rPr dirty="0"/>
              <a:t>for (const key in person) { </a:t>
            </a:r>
            <a:br>
              <a:rPr dirty="0"/>
            </a:br>
            <a:r>
              <a:rPr dirty="0"/>
              <a:t>console.log(key, ":", person[key]); </a:t>
            </a:r>
            <a:br>
              <a:rPr dirty="0"/>
            </a:br>
            <a:r>
              <a:rPr dirty="0"/>
              <a:t>} </a:t>
            </a:r>
            <a:endParaRPr lang="en-US" dirty="0"/>
          </a:p>
          <a:p>
            <a:pPr>
              <a:defRPr sz="2000"/>
            </a:pPr>
            <a:r>
              <a:rPr dirty="0"/>
              <a:t>Not recommended for arrays in modern code (use for, for...of, or array methods instead).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Controlling loop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dirty="0"/>
              <a:t>Break</a:t>
            </a:r>
          </a:p>
          <a:p>
            <a:pPr>
              <a:defRPr sz="2000"/>
            </a:pPr>
            <a:r>
              <a:rPr lang="en-US" dirty="0"/>
              <a:t>continue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Exits the loop immediately. </a:t>
            </a:r>
            <a:endParaRPr lang="en-US" dirty="0"/>
          </a:p>
          <a:p>
            <a:pPr lvl="1">
              <a:defRPr sz="2000"/>
            </a:pPr>
            <a:r>
              <a:rPr dirty="0"/>
              <a:t>for (let </a:t>
            </a:r>
            <a:r>
              <a:rPr dirty="0" err="1"/>
              <a:t>i</a:t>
            </a:r>
            <a:r>
              <a:rPr dirty="0"/>
              <a:t> = 0; </a:t>
            </a:r>
            <a:r>
              <a:rPr dirty="0" err="1"/>
              <a:t>i</a:t>
            </a:r>
            <a:r>
              <a:rPr dirty="0"/>
              <a:t> &lt; 10; </a:t>
            </a:r>
            <a:r>
              <a:rPr dirty="0" err="1"/>
              <a:t>i</a:t>
            </a:r>
            <a:r>
              <a:rPr dirty="0"/>
              <a:t>++) { </a:t>
            </a:r>
            <a:br>
              <a:rPr dirty="0"/>
            </a:br>
            <a:r>
              <a:rPr dirty="0"/>
              <a:t>if (</a:t>
            </a:r>
            <a:r>
              <a:rPr dirty="0" err="1"/>
              <a:t>i</a:t>
            </a:r>
            <a:r>
              <a:rPr dirty="0"/>
              <a:t> === 5) { </a:t>
            </a:r>
            <a:br>
              <a:rPr dirty="0"/>
            </a:br>
            <a:r>
              <a:rPr dirty="0"/>
              <a:t>break; // stop loop when </a:t>
            </a:r>
            <a:r>
              <a:rPr dirty="0" err="1"/>
              <a:t>i</a:t>
            </a:r>
            <a:r>
              <a:rPr dirty="0"/>
              <a:t> is 5 </a:t>
            </a:r>
            <a:br>
              <a:rPr dirty="0"/>
            </a:br>
            <a:r>
              <a:rPr dirty="0"/>
              <a:t>} </a:t>
            </a:r>
            <a:br>
              <a:rPr dirty="0"/>
            </a:br>
            <a:r>
              <a:rPr dirty="0"/>
              <a:t>console.log(</a:t>
            </a:r>
            <a:r>
              <a:rPr dirty="0" err="1"/>
              <a:t>i</a:t>
            </a:r>
            <a:r>
              <a:rPr dirty="0"/>
              <a:t>); </a:t>
            </a:r>
            <a:br>
              <a:rPr dirty="0"/>
            </a:br>
            <a:r>
              <a:rPr dirty="0"/>
              <a:t>} // logs 0,1,2,3,4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dirty="0"/>
              <a:t>Skips the rest of the current iteration and moves to the next.</a:t>
            </a:r>
            <a:endParaRPr lang="en-US" dirty="0"/>
          </a:p>
          <a:p>
            <a:pPr marL="1030288" lvl="1" indent="0">
              <a:buNone/>
              <a:defRPr sz="2000"/>
            </a:pPr>
            <a:r>
              <a:rPr dirty="0"/>
              <a:t>for (let </a:t>
            </a:r>
            <a:r>
              <a:rPr dirty="0" err="1"/>
              <a:t>i</a:t>
            </a:r>
            <a:r>
              <a:rPr dirty="0"/>
              <a:t> = 0; </a:t>
            </a:r>
            <a:r>
              <a:rPr dirty="0" err="1"/>
              <a:t>i</a:t>
            </a:r>
            <a:r>
              <a:rPr dirty="0"/>
              <a:t> &lt; 5; </a:t>
            </a:r>
            <a:r>
              <a:rPr dirty="0" err="1"/>
              <a:t>i</a:t>
            </a:r>
            <a:r>
              <a:rPr dirty="0"/>
              <a:t>++) { </a:t>
            </a:r>
            <a:br>
              <a:rPr dirty="0"/>
            </a:br>
            <a:r>
              <a:rPr dirty="0"/>
              <a:t>if (</a:t>
            </a:r>
            <a:r>
              <a:rPr dirty="0" err="1"/>
              <a:t>i</a:t>
            </a:r>
            <a:r>
              <a:rPr dirty="0"/>
              <a:t> === 2) { </a:t>
            </a:r>
            <a:br>
              <a:rPr dirty="0"/>
            </a:br>
            <a:r>
              <a:rPr dirty="0"/>
              <a:t>continue; // skip when </a:t>
            </a:r>
            <a:r>
              <a:rPr dirty="0" err="1"/>
              <a:t>i</a:t>
            </a:r>
            <a:r>
              <a:rPr dirty="0"/>
              <a:t> is 2 </a:t>
            </a:r>
            <a:br>
              <a:rPr dirty="0"/>
            </a:br>
            <a:r>
              <a:rPr dirty="0"/>
              <a:t>} </a:t>
            </a:r>
            <a:br>
              <a:rPr dirty="0"/>
            </a:br>
            <a:r>
              <a:rPr dirty="0"/>
              <a:t>console.log(</a:t>
            </a:r>
            <a:r>
              <a:rPr dirty="0" err="1"/>
              <a:t>i</a:t>
            </a:r>
            <a:r>
              <a:rPr dirty="0"/>
              <a:t>); </a:t>
            </a:r>
            <a:br>
              <a:rPr dirty="0"/>
            </a:br>
            <a:r>
              <a:rPr dirty="0"/>
              <a:t>} </a:t>
            </a:r>
            <a:br>
              <a:rPr dirty="0"/>
            </a:br>
            <a:r>
              <a:rPr dirty="0"/>
              <a:t>// logs 0,1,3,4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Nested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A loop inside another loop.</a:t>
            </a:r>
            <a:endParaRPr lang="en-US" dirty="0"/>
          </a:p>
          <a:p>
            <a:pPr lvl="1">
              <a:defRPr sz="2000"/>
            </a:pPr>
            <a:r>
              <a:rPr dirty="0"/>
              <a:t>for (let </a:t>
            </a:r>
            <a:r>
              <a:rPr dirty="0" err="1"/>
              <a:t>i</a:t>
            </a:r>
            <a:r>
              <a:rPr dirty="0"/>
              <a:t> = 1; </a:t>
            </a:r>
            <a:r>
              <a:rPr dirty="0" err="1"/>
              <a:t>i</a:t>
            </a:r>
            <a:r>
              <a:rPr dirty="0"/>
              <a:t> &lt;= 3; </a:t>
            </a:r>
            <a:r>
              <a:rPr dirty="0" err="1"/>
              <a:t>i</a:t>
            </a:r>
            <a:r>
              <a:rPr dirty="0"/>
              <a:t>++) { </a:t>
            </a:r>
            <a:br>
              <a:rPr dirty="0"/>
            </a:br>
            <a:r>
              <a:rPr dirty="0"/>
              <a:t>for (let j = 1; j &lt;= 3; </a:t>
            </a:r>
            <a:r>
              <a:rPr dirty="0" err="1"/>
              <a:t>j++</a:t>
            </a:r>
            <a:r>
              <a:rPr dirty="0"/>
              <a:t>) { </a:t>
            </a:r>
            <a:br>
              <a:rPr dirty="0"/>
            </a:br>
            <a:r>
              <a:rPr dirty="0"/>
              <a:t>console.log("</a:t>
            </a:r>
            <a:r>
              <a:rPr dirty="0" err="1"/>
              <a:t>i</a:t>
            </a:r>
            <a:r>
              <a:rPr dirty="0"/>
              <a:t> =", </a:t>
            </a:r>
            <a:r>
              <a:rPr dirty="0" err="1"/>
              <a:t>i</a:t>
            </a:r>
            <a:r>
              <a:rPr dirty="0"/>
              <a:t>, "j =", j); </a:t>
            </a:r>
            <a:br>
              <a:rPr dirty="0"/>
            </a:br>
            <a:r>
              <a:rPr dirty="0"/>
              <a:t>} </a:t>
            </a:r>
            <a:br>
              <a:rPr dirty="0"/>
            </a:br>
            <a:r>
              <a:rPr dirty="0"/>
              <a:t>} </a:t>
            </a:r>
            <a:endParaRPr lang="en-US" dirty="0"/>
          </a:p>
          <a:p>
            <a:pPr>
              <a:defRPr sz="2000"/>
            </a:pPr>
            <a:r>
              <a:rPr dirty="0"/>
              <a:t>Commonly used for grids, tables, or matrices.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6.1 Conditional rendering</a:t>
            </a:r>
            <a:r>
              <a:rPr lang="en-US" dirty="0"/>
              <a:t> *****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000"/>
            </a:pPr>
            <a:r>
              <a:t>const isLoggedIn = true; </a:t>
            </a:r>
            <a:br/>
            <a:r>
              <a:t>let message; </a:t>
            </a:r>
            <a:br/>
            <a:r>
              <a:t>if (isLoggedIn) { </a:t>
            </a:r>
            <a:br/>
            <a:r>
              <a:t>message = "Welcome back!"; </a:t>
            </a:r>
            <a:br/>
            <a:r>
              <a:t>} else { </a:t>
            </a:r>
            <a:br/>
            <a:r>
              <a:t>message = "Please log in."; </a:t>
            </a:r>
            <a:br/>
            <a:r>
              <a:t>} </a:t>
            </a:r>
            <a:br/>
            <a:r>
              <a:t>console.log(message); </a:t>
            </a:r>
            <a:br/>
            <a:r>
              <a:t>Using ternary: </a:t>
            </a:r>
            <a:br/>
            <a:r>
              <a:t>const message = isLoggedIn ? "Welcome back!" : "Please log in.";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6.2 Looping to create list items (logic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const items = ["Apple", "Banana", "Cherry"]; </a:t>
            </a:r>
            <a:br>
              <a:rPr dirty="0"/>
            </a:br>
            <a:r>
              <a:rPr dirty="0"/>
              <a:t>const </a:t>
            </a:r>
            <a:r>
              <a:rPr dirty="0" err="1"/>
              <a:t>listItems</a:t>
            </a:r>
            <a:r>
              <a:rPr dirty="0"/>
              <a:t> = []; </a:t>
            </a:r>
            <a:br>
              <a:rPr dirty="0"/>
            </a:br>
            <a:r>
              <a:rPr dirty="0"/>
              <a:t>for (const item of items) { </a:t>
            </a:r>
            <a:br>
              <a:rPr dirty="0"/>
            </a:br>
            <a:r>
              <a:rPr dirty="0"/>
              <a:t>const li = item; // in real React, this would be JSX &lt;li&gt;{item}&lt;/li&gt; </a:t>
            </a:r>
            <a:br>
              <a:rPr dirty="0"/>
            </a:br>
            <a:r>
              <a:rPr dirty="0" err="1"/>
              <a:t>listItems.push</a:t>
            </a:r>
            <a:r>
              <a:rPr dirty="0"/>
              <a:t>(li); </a:t>
            </a:r>
            <a:br>
              <a:rPr dirty="0"/>
            </a:br>
            <a:r>
              <a:rPr dirty="0"/>
              <a:t>} </a:t>
            </a:r>
            <a:br>
              <a:rPr dirty="0"/>
            </a:br>
            <a:r>
              <a:rPr dirty="0"/>
              <a:t>console.log(</a:t>
            </a:r>
            <a:r>
              <a:rPr dirty="0" err="1"/>
              <a:t>listItems</a:t>
            </a:r>
            <a:r>
              <a:rPr dirty="0"/>
              <a:t>); </a:t>
            </a:r>
            <a:br>
              <a:rPr dirty="0"/>
            </a:br>
            <a:r>
              <a:rPr dirty="0"/>
              <a:t>In modern code, you’d often use map instead of a manual loop for this, but the logic is similar.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7. Infinite loops (and how to avoid them)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000"/>
            </a:pPr>
            <a:r>
              <a:t>An infinite loop runs forever because the condition never becomes false. </a:t>
            </a:r>
            <a:br/>
            <a:r>
              <a:t>// Dangerous: do not run this as-is </a:t>
            </a:r>
            <a:br/>
            <a:r>
              <a:t>// let i = 0; </a:t>
            </a:r>
            <a:br/>
            <a:r>
              <a:t>// while (i &lt; 10) { </a:t>
            </a:r>
            <a:br/>
            <a:r>
              <a:t>//   console.log(i); </a:t>
            </a:r>
            <a:br/>
            <a:r>
              <a:t>//   // forgot i++ → infinite loop </a:t>
            </a:r>
            <a:br/>
            <a:r>
              <a:t>// } </a:t>
            </a:r>
            <a:br/>
            <a:r>
              <a:t>Always ensure: </a:t>
            </a:r>
            <a:br/>
            <a:r>
              <a:t>The loop condition can become false. </a:t>
            </a:r>
            <a:br/>
            <a:r>
              <a:t>You update the variables used in the condition.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When to use which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for</a:t>
            </a:r>
            <a:br>
              <a:rPr dirty="0"/>
            </a:br>
            <a:r>
              <a:rPr dirty="0"/>
              <a:t>Use when you know the number of iterations or need the index. </a:t>
            </a:r>
            <a:br>
              <a:rPr dirty="0"/>
            </a:br>
            <a:r>
              <a:rPr dirty="0"/>
              <a:t>for...of</a:t>
            </a:r>
            <a:br>
              <a:rPr dirty="0"/>
            </a:br>
            <a:r>
              <a:rPr dirty="0"/>
              <a:t>Use for simple iteration over arrays, strings, and other </a:t>
            </a:r>
            <a:r>
              <a:rPr dirty="0" err="1"/>
              <a:t>iterables</a:t>
            </a:r>
            <a:r>
              <a:rPr dirty="0"/>
              <a:t>. </a:t>
            </a:r>
            <a:br>
              <a:rPr dirty="0"/>
            </a:br>
            <a:r>
              <a:rPr dirty="0"/>
              <a:t>while / do...while</a:t>
            </a:r>
            <a:br>
              <a:rPr dirty="0"/>
            </a:br>
            <a:r>
              <a:rPr dirty="0"/>
              <a:t>Use when the number of iterations depends on a condition that changes inside the loop. </a:t>
            </a:r>
            <a:br>
              <a:rPr dirty="0"/>
            </a:br>
            <a:r>
              <a:rPr dirty="0"/>
              <a:t>for...in</a:t>
            </a:r>
            <a:br>
              <a:rPr dirty="0"/>
            </a:br>
            <a:r>
              <a:rPr dirty="0"/>
              <a:t>Use mainly for iterating over object keys, not for arrays.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Using = instead of == or === in conditions. </a:t>
            </a:r>
            <a:br>
              <a:rPr dirty="0"/>
            </a:br>
            <a:r>
              <a:rPr dirty="0"/>
              <a:t>if (x = 5) { // wrong: this assigns 5 to x </a:t>
            </a:r>
            <a:br>
              <a:rPr dirty="0"/>
            </a:br>
            <a:r>
              <a:rPr dirty="0"/>
              <a:t>} </a:t>
            </a:r>
            <a:br>
              <a:rPr dirty="0"/>
            </a:br>
            <a:r>
              <a:rPr dirty="0"/>
              <a:t>if (x === 5) { // correct: this compares </a:t>
            </a:r>
            <a:br>
              <a:rPr dirty="0"/>
            </a:br>
            <a:r>
              <a:rPr dirty="0"/>
              <a:t>} </a:t>
            </a:r>
            <a:br>
              <a:rPr dirty="0"/>
            </a:br>
            <a:r>
              <a:rPr dirty="0"/>
              <a:t>Forgetting break in switch cases (causes fall-through). </a:t>
            </a:r>
            <a:br>
              <a:rPr dirty="0"/>
            </a:br>
            <a:r>
              <a:rPr dirty="0"/>
              <a:t>Modifying the loop variable incorrectly, leading to infinite loops. </a:t>
            </a:r>
            <a:br>
              <a:rPr dirty="0"/>
            </a:br>
            <a:r>
              <a:rPr dirty="0"/>
              <a:t>Using for...in on arrays and getting unexpected keys. </a:t>
            </a:r>
            <a:br>
              <a:rPr dirty="0"/>
            </a:br>
            <a:r>
              <a:rPr dirty="0"/>
              <a:t>Assuming 0, "", or null are truthy (they are </a:t>
            </a:r>
            <a:r>
              <a:rPr dirty="0" err="1"/>
              <a:t>falsy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ABC Final Theme</Template>
  <TotalTime>250</TotalTime>
  <Words>1576</Words>
  <Application>Microsoft Office PowerPoint</Application>
  <PresentationFormat>Widescreen</PresentationFormat>
  <Paragraphs>76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IBM Plex Sans</vt:lpstr>
      <vt:lpstr>Quicksand</vt:lpstr>
      <vt:lpstr>ABC Final Theme</vt:lpstr>
      <vt:lpstr>JavaScript Conditionals and Loops</vt:lpstr>
      <vt:lpstr>Conditionals and Loops</vt:lpstr>
      <vt:lpstr>1. Conditionals</vt:lpstr>
      <vt:lpstr>1.1 if statement</vt:lpstr>
      <vt:lpstr>1.2 if...else statement</vt:lpstr>
      <vt:lpstr>1.3 if...else if...else chain</vt:lpstr>
      <vt:lpstr>1.4 Truthy and falsy values</vt:lpstr>
      <vt:lpstr>1.5 Logical operators in conditions</vt:lpstr>
      <vt:lpstr>1.6 Ternary operator</vt:lpstr>
      <vt:lpstr>1.7 switch statement</vt:lpstr>
      <vt:lpstr>2. Loops</vt:lpstr>
      <vt:lpstr>2.1 for loop</vt:lpstr>
      <vt:lpstr>2.2 Looping over arrays with for</vt:lpstr>
      <vt:lpstr>2.3 while loop</vt:lpstr>
      <vt:lpstr>2.4 do...while loop</vt:lpstr>
      <vt:lpstr>2.5 for...of loop (for arrays, strings, etc.)</vt:lpstr>
      <vt:lpstr>2.6 for...in loop (for object keys)</vt:lpstr>
      <vt:lpstr>3. Controlling loop execution</vt:lpstr>
      <vt:lpstr>3.1 break</vt:lpstr>
      <vt:lpstr>3.2 continue</vt:lpstr>
      <vt:lpstr>4. Nested loops</vt:lpstr>
      <vt:lpstr>6.1 Conditional rendering *****</vt:lpstr>
      <vt:lpstr>6.2 Looping to create list items (logic only)</vt:lpstr>
      <vt:lpstr>7. Infinite loops (and how to avoid them)</vt:lpstr>
      <vt:lpstr>8. When to use which loop</vt:lpstr>
      <vt:lpstr>9. Common mistakes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Rakesh Kr</cp:lastModifiedBy>
  <cp:revision>22</cp:revision>
  <dcterms:created xsi:type="dcterms:W3CDTF">2013-01-27T09:14:16Z</dcterms:created>
  <dcterms:modified xsi:type="dcterms:W3CDTF">2026-07-24T06:45:49Z</dcterms:modified>
  <cp:category/>
</cp:coreProperties>
</file>