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0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5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21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5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3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2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9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8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65155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8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Fetch API in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Concepts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Fetch API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The Fetch API is used to </a:t>
            </a:r>
            <a:r>
              <a:rPr dirty="0">
                <a:highlight>
                  <a:srgbClr val="FFFF00"/>
                </a:highlight>
              </a:rPr>
              <a:t>get data from a server or send data to a server </a:t>
            </a:r>
            <a:r>
              <a:rPr dirty="0"/>
              <a:t>using </a:t>
            </a:r>
            <a:r>
              <a:rPr dirty="0">
                <a:highlight>
                  <a:srgbClr val="FFFF00"/>
                </a:highlight>
              </a:rPr>
              <a:t>HTTP</a:t>
            </a:r>
            <a:r>
              <a:rPr dirty="0"/>
              <a:t> requests. </a:t>
            </a:r>
            <a:endParaRPr lang="en-US" dirty="0"/>
          </a:p>
          <a:p>
            <a:pPr>
              <a:defRPr sz="2000"/>
            </a:pPr>
            <a:r>
              <a:rPr dirty="0"/>
              <a:t>It is a more flexible and cleaner replacement for older request methods, and it works in modern browser environments through the global fetch() function.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>
                <a:highlight>
                  <a:srgbClr val="FFFF00"/>
                </a:highlight>
              </a:rPr>
              <a:t>fetch</a:t>
            </a:r>
            <a:r>
              <a:rPr dirty="0"/>
              <a:t>("https://jsonplaceholder.typicode.com/users")</a:t>
            </a:r>
          </a:p>
          <a:p>
            <a:pPr lvl="1">
              <a:defRPr sz="2000"/>
            </a:pPr>
            <a:r>
              <a:rPr dirty="0"/>
              <a:t>.then(response =&gt; </a:t>
            </a:r>
            <a:r>
              <a:rPr dirty="0" err="1"/>
              <a:t>response.json</a:t>
            </a:r>
            <a:r>
              <a:rPr dirty="0"/>
              <a:t>())</a:t>
            </a:r>
          </a:p>
          <a:p>
            <a:pPr lvl="1">
              <a:defRPr sz="2000"/>
            </a:pPr>
            <a:r>
              <a:rPr dirty="0"/>
              <a:t>.then(data =&gt; console.log(data))</a:t>
            </a:r>
          </a:p>
          <a:p>
            <a:pPr lvl="1">
              <a:defRPr sz="2000"/>
            </a:pPr>
            <a:r>
              <a:rPr dirty="0"/>
              <a:t>.catch(error =&gt; console.log("Error:", error));</a:t>
            </a:r>
          </a:p>
          <a:p>
            <a:pPr>
              <a:defRPr sz="2000"/>
            </a:pPr>
            <a:r>
              <a:rPr dirty="0"/>
              <a:t>fetch(</a:t>
            </a:r>
            <a:r>
              <a:rPr dirty="0" err="1"/>
              <a:t>url</a:t>
            </a:r>
            <a:r>
              <a:rPr dirty="0"/>
              <a:t>) starts the request.</a:t>
            </a:r>
          </a:p>
          <a:p>
            <a:pPr>
              <a:defRPr sz="2000"/>
            </a:pPr>
            <a:r>
              <a:rPr dirty="0"/>
              <a:t>It returns a Promise.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The response body usually needs to be converted using .</a:t>
            </a:r>
            <a:r>
              <a:rPr dirty="0" err="1"/>
              <a:t>json</a:t>
            </a:r>
            <a:r>
              <a:rPr dirty="0"/>
              <a:t>(), </a:t>
            </a:r>
            <a:br>
              <a:rPr lang="en-US" dirty="0"/>
            </a:br>
            <a:r>
              <a:rPr dirty="0"/>
              <a:t>.text(), or similar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idea about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rPr dirty="0"/>
              <a:t>fetch() does not reject the Promise just because the server returned an HTTP error like 404 or 500. </a:t>
            </a:r>
            <a:endParaRPr lang="en-US" dirty="0"/>
          </a:p>
          <a:p>
            <a:pPr>
              <a:defRPr sz="2000"/>
            </a:pPr>
            <a:r>
              <a:rPr dirty="0"/>
              <a:t>It resolves once the server sends back a response, so you usually need to check </a:t>
            </a:r>
            <a:r>
              <a:rPr dirty="0" err="1"/>
              <a:t>response.ok</a:t>
            </a:r>
            <a:r>
              <a:rPr dirty="0"/>
              <a:t> and </a:t>
            </a:r>
            <a:r>
              <a:rPr dirty="0" err="1"/>
              <a:t>response.status</a:t>
            </a:r>
            <a:r>
              <a:rPr dirty="0"/>
              <a:t> yourself.</a:t>
            </a:r>
          </a:p>
          <a:p>
            <a:pPr lvl="1">
              <a:defRPr sz="2000"/>
            </a:pPr>
            <a:r>
              <a:rPr dirty="0"/>
              <a:t>fetch("https://jsonplaceholder.typicode.com/users")</a:t>
            </a:r>
          </a:p>
          <a:p>
            <a:pPr lvl="1">
              <a:defRPr sz="2000"/>
            </a:pPr>
            <a:r>
              <a:rPr dirty="0"/>
              <a:t>.then(response =&gt; {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Error("Request failed");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idea about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return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})</a:t>
            </a:r>
          </a:p>
          <a:p>
            <a:pPr lvl="1">
              <a:defRPr sz="2000"/>
            </a:pPr>
            <a:r>
              <a:rPr dirty="0"/>
              <a:t>.then(data =&gt; console.log(data))</a:t>
            </a:r>
          </a:p>
          <a:p>
            <a:pPr lvl="1">
              <a:defRPr sz="2000"/>
            </a:pPr>
            <a:r>
              <a:rPr dirty="0"/>
              <a:t>.catch(error =&gt; console.log(</a:t>
            </a:r>
            <a:r>
              <a:rPr dirty="0" err="1"/>
              <a:t>error.message</a:t>
            </a:r>
            <a:r>
              <a:rPr dirty="0"/>
              <a:t>));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response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After fetch, you can read the response body in different ways:</a:t>
            </a:r>
          </a:p>
          <a:p>
            <a:pPr>
              <a:defRPr sz="2000"/>
            </a:pPr>
            <a:r>
              <a:t>response.json() for JSON data.</a:t>
            </a:r>
          </a:p>
          <a:p>
            <a:pPr>
              <a:defRPr sz="2000"/>
            </a:pPr>
            <a:r>
              <a:t>response.text() for plain text.</a:t>
            </a:r>
          </a:p>
          <a:p>
            <a:pPr>
              <a:defRPr sz="2000"/>
            </a:pPr>
            <a:r>
              <a:t>response.blob() for binary files like images.</a:t>
            </a:r>
          </a:p>
          <a:p>
            <a:pPr>
              <a:defRPr sz="2000"/>
            </a:pPr>
            <a:r>
              <a:t>response.formData() for form data.</a:t>
            </a:r>
          </a:p>
          <a:p>
            <a:pPr>
              <a:defRPr sz="2000"/>
            </a:pPr>
            <a:r>
              <a:t>Example: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response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fetch("/data.txt")</a:t>
            </a:r>
          </a:p>
          <a:p>
            <a:pPr lvl="1">
              <a:defRPr sz="2000"/>
            </a:pPr>
            <a:r>
              <a:rPr dirty="0"/>
              <a:t>.then(response =&gt; </a:t>
            </a:r>
            <a:r>
              <a:rPr dirty="0" err="1"/>
              <a:t>response.text</a:t>
            </a:r>
            <a:r>
              <a:rPr dirty="0"/>
              <a:t>())</a:t>
            </a:r>
          </a:p>
          <a:p>
            <a:pPr lvl="1">
              <a:defRPr sz="2000"/>
            </a:pPr>
            <a:r>
              <a:rPr dirty="0"/>
              <a:t>.then(text =&gt; console.log(text));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GET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GET is the most common use of Fetch API.</a:t>
            </a:r>
          </a:p>
          <a:p>
            <a:pPr lvl="1">
              <a:defRPr sz="2000"/>
            </a:pPr>
            <a:r>
              <a:rPr dirty="0"/>
              <a:t>async function </a:t>
            </a:r>
            <a:r>
              <a:rPr dirty="0" err="1"/>
              <a:t>loadUsers</a:t>
            </a:r>
            <a:r>
              <a:rPr dirty="0"/>
              <a:t>() {</a:t>
            </a:r>
          </a:p>
          <a:p>
            <a:pPr lvl="1">
              <a:defRPr sz="2000"/>
            </a:pPr>
            <a:r>
              <a:rPr dirty="0"/>
              <a:t>const response = await fetch("https://jsonplaceholder.typicode.com/users");</a:t>
            </a:r>
          </a:p>
          <a:p>
            <a:pPr lvl="1">
              <a:defRPr sz="2000"/>
            </a:pPr>
            <a:r>
              <a:rPr dirty="0"/>
              <a:t>const users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console.log(users);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is the cleanest style for reading data from an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You can also send data using options as the second argument.</a:t>
            </a:r>
          </a:p>
          <a:p>
            <a:pPr lvl="1">
              <a:defRPr sz="2000"/>
            </a:pPr>
            <a:r>
              <a:rPr dirty="0"/>
              <a:t>fetch("https://jsonplaceholder.typicode.com/posts", {</a:t>
            </a:r>
          </a:p>
          <a:p>
            <a:pPr lvl="1">
              <a:defRPr sz="2000"/>
            </a:pPr>
            <a:r>
              <a:rPr dirty="0"/>
              <a:t>method: "POST",</a:t>
            </a:r>
          </a:p>
          <a:p>
            <a:pPr lvl="1">
              <a:defRPr sz="2000"/>
            </a:pPr>
            <a:r>
              <a:rPr dirty="0"/>
              <a:t>headers: {</a:t>
            </a:r>
          </a:p>
          <a:p>
            <a:pPr lvl="1">
              <a:defRPr sz="2000"/>
            </a:pPr>
            <a:r>
              <a:rPr dirty="0"/>
              <a:t>"Content-Type": "application/</a:t>
            </a:r>
            <a:r>
              <a:rPr dirty="0" err="1"/>
              <a:t>json</a:t>
            </a:r>
            <a:r>
              <a:rPr dirty="0"/>
              <a:t>"</a:t>
            </a:r>
          </a:p>
          <a:p>
            <a:pPr lvl="1">
              <a:defRPr sz="2000"/>
            </a:pPr>
            <a:r>
              <a:rPr dirty="0"/>
              <a:t>},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body: </a:t>
            </a:r>
            <a:r>
              <a:rPr dirty="0" err="1"/>
              <a:t>JSON.stringify</a:t>
            </a:r>
            <a:r>
              <a:rPr dirty="0"/>
              <a:t>({</a:t>
            </a:r>
          </a:p>
          <a:p>
            <a:pPr lvl="1">
              <a:defRPr sz="2000"/>
            </a:pPr>
            <a:r>
              <a:rPr dirty="0"/>
              <a:t>title: "Hello",</a:t>
            </a:r>
          </a:p>
          <a:p>
            <a:pPr lvl="1">
              <a:defRPr sz="2000"/>
            </a:pPr>
            <a:r>
              <a:rPr dirty="0"/>
              <a:t>body: "This is a post",</a:t>
            </a:r>
          </a:p>
          <a:p>
            <a:pPr lvl="1">
              <a:defRPr sz="2000"/>
            </a:pPr>
            <a:r>
              <a:rPr dirty="0" err="1"/>
              <a:t>userId</a:t>
            </a:r>
            <a:r>
              <a:rPr dirty="0"/>
              <a:t>: 1</a:t>
            </a:r>
          </a:p>
          <a:p>
            <a:pPr lvl="1">
              <a:defRPr sz="2000"/>
            </a:pPr>
            <a:r>
              <a:rPr dirty="0"/>
              <a:t>})</a:t>
            </a:r>
          </a:p>
          <a:p>
            <a:pPr lvl="1">
              <a:defRPr sz="2000"/>
            </a:pPr>
            <a:r>
              <a:rPr dirty="0"/>
              <a:t>})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.then(response =&gt; </a:t>
            </a:r>
            <a:r>
              <a:rPr dirty="0" err="1"/>
              <a:t>response.json</a:t>
            </a:r>
            <a:r>
              <a:rPr dirty="0"/>
              <a:t>())</a:t>
            </a:r>
          </a:p>
          <a:p>
            <a:pPr lvl="1">
              <a:defRPr sz="2000"/>
            </a:pPr>
            <a:r>
              <a:rPr dirty="0"/>
              <a:t>.then(data =&gt; console.log(data))</a:t>
            </a:r>
          </a:p>
          <a:p>
            <a:pPr lvl="1">
              <a:defRPr sz="2000"/>
            </a:pPr>
            <a:r>
              <a:rPr dirty="0"/>
              <a:t>.catch(error =&gt; console.log(error));</a:t>
            </a:r>
          </a:p>
          <a:p>
            <a:pPr>
              <a:defRPr sz="2000"/>
            </a:pPr>
            <a:r>
              <a:rPr dirty="0"/>
              <a:t>Key parts:</a:t>
            </a:r>
          </a:p>
          <a:p>
            <a:pPr>
              <a:defRPr sz="2000"/>
            </a:pPr>
            <a:r>
              <a:rPr dirty="0"/>
              <a:t>method tells HTTP action.</a:t>
            </a:r>
          </a:p>
          <a:p>
            <a:pPr>
              <a:defRPr sz="2000"/>
            </a:pPr>
            <a:r>
              <a:rPr dirty="0"/>
              <a:t>headers describe the content type.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body contains the data you send.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Fetch with async and 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This is the most readable pattern for many beginners.</a:t>
            </a:r>
          </a:p>
          <a:p>
            <a:pPr lvl="1">
              <a:defRPr sz="2000"/>
            </a:pPr>
            <a:r>
              <a:rPr dirty="0"/>
              <a:t>async function </a:t>
            </a:r>
            <a:r>
              <a:rPr dirty="0" err="1"/>
              <a:t>getPosts</a:t>
            </a:r>
            <a:r>
              <a:rPr dirty="0"/>
              <a:t>() {</a:t>
            </a:r>
          </a:p>
          <a:p>
            <a:pPr lvl="1">
              <a:defRPr sz="2000"/>
            </a:pPr>
            <a:r>
              <a:rPr dirty="0"/>
              <a:t>try {</a:t>
            </a:r>
          </a:p>
          <a:p>
            <a:pPr lvl="1">
              <a:defRPr sz="2000"/>
            </a:pPr>
            <a:r>
              <a:rPr dirty="0"/>
              <a:t>const response = await fetch("https://jsonplaceholder.typicode.com/posts");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Error("Network response was not ok");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Fetch with async and 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}</a:t>
            </a:r>
          </a:p>
          <a:p>
            <a:pPr lvl="1">
              <a:defRPr sz="2000"/>
            </a:pPr>
            <a:r>
              <a:rPr dirty="0"/>
              <a:t>const posts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console.log(posts);</a:t>
            </a:r>
          </a:p>
          <a:p>
            <a:pPr lvl="1">
              <a:defRPr sz="2000"/>
            </a:pPr>
            <a:r>
              <a:rPr dirty="0"/>
              <a:t>} catch (error) {</a:t>
            </a:r>
          </a:p>
          <a:p>
            <a:pPr lvl="1">
              <a:defRPr sz="2000"/>
            </a:pPr>
            <a:r>
              <a:rPr dirty="0"/>
              <a:t>console.log("Error:", </a:t>
            </a:r>
            <a:r>
              <a:rPr dirty="0" err="1"/>
              <a:t>error.message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  <a:endParaRPr lang="en-US" dirty="0"/>
          </a:p>
          <a:p>
            <a:pPr lvl="1">
              <a:defRPr sz="2000"/>
            </a:pPr>
            <a:r>
              <a:rPr lang="en-IN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Fetch with async and 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async/await makes the code easier to follow than nested .then() calls.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to handle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You should handle:</a:t>
            </a:r>
          </a:p>
          <a:p>
            <a:pPr lvl="1">
              <a:defRPr sz="2000"/>
            </a:pPr>
            <a:r>
              <a:rPr dirty="0"/>
              <a:t>Network failure.</a:t>
            </a:r>
          </a:p>
          <a:p>
            <a:pPr lvl="1">
              <a:defRPr sz="2000"/>
            </a:pPr>
            <a:r>
              <a:rPr dirty="0"/>
              <a:t>Invalid JSON.</a:t>
            </a:r>
          </a:p>
          <a:p>
            <a:pPr lvl="1">
              <a:defRPr sz="2000"/>
            </a:pPr>
            <a:r>
              <a:rPr dirty="0"/>
              <a:t>HTTP errors like 404/500.</a:t>
            </a:r>
          </a:p>
          <a:p>
            <a:pPr lvl="1">
              <a:defRPr sz="2000"/>
            </a:pPr>
            <a:r>
              <a:rPr dirty="0"/>
              <a:t>Missing or malformed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to handle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defRPr sz="2000"/>
            </a:pPr>
            <a:r>
              <a:rPr lang="en-IN" dirty="0"/>
              <a:t>async function </a:t>
            </a:r>
            <a:r>
              <a:rPr lang="en-IN" dirty="0" err="1"/>
              <a:t>loadData</a:t>
            </a:r>
            <a:r>
              <a:rPr lang="en-IN" dirty="0"/>
              <a:t>() {</a:t>
            </a:r>
          </a:p>
          <a:p>
            <a:pPr lvl="1">
              <a:defRPr sz="2000"/>
            </a:pPr>
            <a:r>
              <a:rPr dirty="0"/>
              <a:t>try {</a:t>
            </a:r>
          </a:p>
          <a:p>
            <a:pPr lvl="1">
              <a:defRPr sz="2000"/>
            </a:pPr>
            <a:r>
              <a:rPr dirty="0"/>
              <a:t>const response = await fetch("/</a:t>
            </a:r>
            <a:r>
              <a:rPr dirty="0" err="1"/>
              <a:t>api</a:t>
            </a:r>
            <a:r>
              <a:rPr dirty="0"/>
              <a:t>/data");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Error("Server error: " + </a:t>
            </a:r>
            <a:r>
              <a:rPr dirty="0" err="1"/>
              <a:t>response.status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</a:p>
          <a:p>
            <a:pPr lvl="1">
              <a:defRPr sz="2000"/>
            </a:pPr>
            <a:r>
              <a:rPr dirty="0"/>
              <a:t>const data = await </a:t>
            </a:r>
            <a:r>
              <a:rPr dirty="0" err="1"/>
              <a:t>response.json</a:t>
            </a:r>
            <a:r>
              <a:rPr dirty="0"/>
              <a:t>();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to handle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console.log(data);</a:t>
            </a:r>
          </a:p>
          <a:p>
            <a:pPr lvl="1">
              <a:defRPr sz="2000"/>
            </a:pPr>
            <a:r>
              <a:rPr dirty="0"/>
              <a:t>} catch (error) {</a:t>
            </a:r>
          </a:p>
          <a:p>
            <a:pPr lvl="1">
              <a:defRPr sz="2000"/>
            </a:pPr>
            <a:r>
              <a:rPr dirty="0"/>
              <a:t>console.log("Something went wrong:", </a:t>
            </a:r>
            <a:r>
              <a:rPr dirty="0" err="1"/>
              <a:t>error.message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for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Fetch API is very important in React because it is commonly used to </a:t>
            </a:r>
            <a:br>
              <a:rPr lang="en-US" dirty="0"/>
            </a:br>
            <a:r>
              <a:rPr dirty="0"/>
              <a:t>load data in </a:t>
            </a:r>
            <a:r>
              <a:rPr dirty="0" err="1"/>
              <a:t>useEffect</a:t>
            </a:r>
            <a:r>
              <a:rPr dirty="0"/>
              <a:t>, submit forms, and refresh UI from server data. </a:t>
            </a:r>
            <a:endParaRPr lang="en-US" dirty="0"/>
          </a:p>
          <a:p>
            <a:pPr>
              <a:defRPr sz="2000"/>
            </a:pPr>
            <a:r>
              <a:rPr dirty="0"/>
              <a:t>Since it works with Promises, it fits directly into </a:t>
            </a:r>
            <a:r>
              <a:rPr dirty="0" err="1"/>
              <a:t>React’s</a:t>
            </a:r>
            <a:r>
              <a:rPr dirty="0"/>
              <a:t> async data 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example for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async function </a:t>
            </a:r>
            <a:r>
              <a:rPr dirty="0" err="1"/>
              <a:t>showUser</a:t>
            </a:r>
            <a:r>
              <a:rPr dirty="0"/>
              <a:t>() {</a:t>
            </a:r>
          </a:p>
          <a:p>
            <a:pPr lvl="1">
              <a:defRPr sz="2000"/>
            </a:pPr>
            <a:r>
              <a:rPr dirty="0"/>
              <a:t>try {</a:t>
            </a:r>
          </a:p>
          <a:p>
            <a:pPr lvl="1">
              <a:defRPr sz="2000"/>
            </a:pPr>
            <a:r>
              <a:rPr dirty="0"/>
              <a:t>const response = await fetch("https://jsonplaceholder.typicode.com/users/1");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Error("Failed to fetch user");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example for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defRPr sz="2000"/>
            </a:pPr>
            <a:r>
              <a:rPr dirty="0"/>
              <a:t>const user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console.log("Name:", user.name);</a:t>
            </a:r>
          </a:p>
          <a:p>
            <a:pPr lvl="1">
              <a:defRPr sz="2000"/>
            </a:pPr>
            <a:r>
              <a:rPr dirty="0"/>
              <a:t>console.log("Email:", </a:t>
            </a:r>
            <a:r>
              <a:rPr dirty="0" err="1"/>
              <a:t>user.email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 catch (error) {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error.message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  <a:endParaRPr lang="en-US" dirty="0"/>
          </a:p>
          <a:p>
            <a:pPr lvl="1">
              <a:defRPr sz="2000"/>
            </a:pPr>
            <a:r>
              <a:rPr lang="en-IN" dirty="0"/>
              <a:t>}</a:t>
            </a:r>
          </a:p>
          <a:p>
            <a:pPr lvl="1">
              <a:defRPr sz="2000"/>
            </a:pPr>
            <a:r>
              <a:rPr lang="en-IN" dirty="0" err="1"/>
              <a:t>showUser</a:t>
            </a:r>
            <a:r>
              <a:rPr lang="en-IN" dirty="0"/>
              <a:t>();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sz="5400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253</TotalTime>
  <Words>891</Words>
  <Application>Microsoft Office PowerPoint</Application>
  <PresentationFormat>Widescreen</PresentationFormat>
  <Paragraphs>127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IBM Plex Sans</vt:lpstr>
      <vt:lpstr>Quicksand</vt:lpstr>
      <vt:lpstr>ABC Final Theme</vt:lpstr>
      <vt:lpstr>Fetch API in JavaScript</vt:lpstr>
      <vt:lpstr>What Fetch API is</vt:lpstr>
      <vt:lpstr>Basic syntax</vt:lpstr>
      <vt:lpstr>Basic syntax</vt:lpstr>
      <vt:lpstr>Important idea about response</vt:lpstr>
      <vt:lpstr>Important idea about response</vt:lpstr>
      <vt:lpstr>Common response methods</vt:lpstr>
      <vt:lpstr>Common response methods</vt:lpstr>
      <vt:lpstr>GET request</vt:lpstr>
      <vt:lpstr>GET request</vt:lpstr>
      <vt:lpstr>POST request</vt:lpstr>
      <vt:lpstr>POST request</vt:lpstr>
      <vt:lpstr>POST request</vt:lpstr>
      <vt:lpstr>POST request</vt:lpstr>
      <vt:lpstr>Fetch with async and await</vt:lpstr>
      <vt:lpstr>Fetch with async and await</vt:lpstr>
      <vt:lpstr>Fetch with async and await</vt:lpstr>
      <vt:lpstr>Common errors to handle</vt:lpstr>
      <vt:lpstr>Common errors to handle</vt:lpstr>
      <vt:lpstr>Common errors to handle</vt:lpstr>
      <vt:lpstr>Why it matters for React</vt:lpstr>
      <vt:lpstr>Simple example for practice</vt:lpstr>
      <vt:lpstr>Simple example for practice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Rakesh Kr</cp:lastModifiedBy>
  <cp:revision>10</cp:revision>
  <dcterms:created xsi:type="dcterms:W3CDTF">2013-01-27T09:14:16Z</dcterms:created>
  <dcterms:modified xsi:type="dcterms:W3CDTF">2026-08-18T07:55:56Z</dcterms:modified>
  <cp:category/>
</cp:coreProperties>
</file>