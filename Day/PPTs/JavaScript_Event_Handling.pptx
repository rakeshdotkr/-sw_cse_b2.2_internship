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1. What is an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event is a signal that something has happened in the browser:</a:t>
            </a:r>
          </a:p>
          <a:p>
            <a:pPr>
              <a:defRPr sz="1800"/>
            </a:pPr>
            <a:r>
              <a:t>User actions: click, double-click, key press, mouse move, scroll, etc.</a:t>
            </a:r>
          </a:p>
          <a:p>
            <a:pPr>
              <a:defRPr sz="1800"/>
            </a:pPr>
            <a:r>
              <a:t>Browser events: page load, resize, unload, etc.</a:t>
            </a:r>
          </a:p>
          <a:p>
            <a:pPr>
              <a:defRPr sz="1800"/>
            </a:pPr>
            <a:r>
              <a:t>Form events: submit, input, change, focus, blur, etc.</a:t>
            </a:r>
          </a:p>
          <a:p>
            <a:pPr>
              <a:defRPr sz="1800"/>
            </a:pPr>
            <a:r>
              <a:t>Media events: play, pause, ended, etc.</a:t>
            </a:r>
          </a:p>
          <a:p>
            <a:pPr>
              <a:defRPr sz="1800"/>
            </a:pPr>
            <a:r>
              <a:t>JavaScript can listen for these events and run code when they occur.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 Ways to attach event handlers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2.1 Inline HTML events (not recommended in modern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&lt;button onclick="alert('Clicked!')"&gt;Click me&lt;/button&gt;</a:t>
            </a:r>
          </a:p>
          <a:p>
            <a:pPr>
              <a:defRPr sz="1800"/>
            </a:pPr>
            <a:r>
              <a:t>Drawbacks:</a:t>
            </a:r>
          </a:p>
          <a:p>
            <a:pPr>
              <a:defRPr sz="1800"/>
            </a:pPr>
            <a:r>
              <a:t>Mixes HTML and JavaScript.</a:t>
            </a:r>
          </a:p>
          <a:p>
            <a:pPr>
              <a:defRPr sz="1800"/>
            </a:pPr>
            <a:r>
              <a:t>Harder to maintain and reuse.</a:t>
            </a:r>
          </a:p>
          <a:p>
            <a:pPr>
              <a:defRPr sz="1800"/>
            </a:pPr>
            <a:r>
              <a:t>Only one handler per event type this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2.2 Using DOM event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const button = document.querySelector("#myButton");</a:t>
            </a:r>
          </a:p>
          <a:p>
            <a:pPr>
              <a:defRPr sz="1800"/>
            </a:pPr>
            <a:r>
              <a:t>button.onclick = function() {</a:t>
            </a:r>
          </a:p>
          <a:p>
            <a:pPr>
              <a:defRPr sz="1800"/>
            </a:pPr>
            <a:r>
              <a:t>console.log("Button clicked");</a:t>
            </a:r>
          </a:p>
          <a:p>
            <a:pPr>
              <a:defRPr sz="1800"/>
            </a:pPr>
            <a:r>
              <a:t>};</a:t>
            </a:r>
          </a:p>
          <a:p>
            <a:pPr>
              <a:defRPr sz="1800"/>
            </a:pPr>
            <a:r>
              <a:t>Limitations:</a:t>
            </a:r>
          </a:p>
          <a:p>
            <a:pPr>
              <a:defRPr sz="1800"/>
            </a:pPr>
            <a:r>
              <a:t>Only one handler per event type (onclick, onchange, etc.).</a:t>
            </a:r>
          </a:p>
          <a:p>
            <a:pPr>
              <a:defRPr sz="1800"/>
            </a:pPr>
            <a:r>
              <a:t>Overwriting the property replaces previous handler.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2.3 Using addEventListener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const button = document.querySelector("#myButton");</a:t>
            </a:r>
          </a:p>
          <a:p>
            <a:pPr>
              <a:defRPr sz="1800"/>
            </a:pPr>
            <a:r>
              <a:t>button.addEventListener("click", function() {</a:t>
            </a:r>
          </a:p>
          <a:p>
            <a:pPr>
              <a:defRPr sz="1800"/>
            </a:pPr>
            <a:r>
              <a:t>console.log("Button clicked");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Advantages:</a:t>
            </a:r>
          </a:p>
          <a:p>
            <a:pPr>
              <a:defRPr sz="1800"/>
            </a:pPr>
            <a:r>
              <a:t>You can attach multiple handlers for the same event.</a:t>
            </a:r>
          </a:p>
          <a:p>
            <a:pPr>
              <a:defRPr sz="1800"/>
            </a:pPr>
            <a:r>
              <a:t>Better separation of HTML and JavaScript.</a:t>
            </a:r>
          </a:p>
          <a:p>
            <a:pPr>
              <a:defRPr sz="1800"/>
            </a:pPr>
            <a:r>
              <a:t>More control (options like once, capture, passive).</a:t>
            </a:r>
          </a:p>
          <a:p>
            <a:pPr>
              <a:defRPr sz="1800"/>
            </a:pPr>
            <a:r>
              <a:t>You can also use arrow functions:</a:t>
            </a:r>
          </a:p>
          <a:p>
            <a:pPr>
              <a:defRPr sz="1800"/>
            </a:pPr>
            <a:r>
              <a:t>button.addEventListener("click", () =&gt; {</a:t>
            </a:r>
          </a:p>
          <a:p>
            <a:pPr>
              <a:defRPr sz="1800"/>
            </a:pPr>
            <a:r>
              <a:t>console.log("Button clicked");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2.4 Removing event listeners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 remove a handler, you need a reference to the same function.</a:t>
            </a:r>
          </a:p>
          <a:p>
            <a:pPr>
              <a:defRPr sz="1800"/>
            </a:pPr>
            <a:r>
              <a:t>function handleClick() {</a:t>
            </a:r>
          </a:p>
          <a:p>
            <a:pPr>
              <a:defRPr sz="1800"/>
            </a:pPr>
            <a:r>
              <a:t>console.log("Clicked");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button.addEventListener("click", handleClick);</a:t>
            </a:r>
          </a:p>
          <a:p>
            <a:pPr>
              <a:defRPr sz="1800"/>
            </a:pPr>
            <a:r>
              <a:t>// Later...</a:t>
            </a:r>
          </a:p>
          <a:p>
            <a:pPr>
              <a:defRPr sz="1800"/>
            </a:pPr>
            <a:r>
              <a:t>button.removeEventListener("click", handleClick);</a:t>
            </a:r>
          </a:p>
          <a:p>
            <a:pPr>
              <a:defRPr sz="1800"/>
            </a:pPr>
            <a:r>
              <a:t>Anonymous functions cannot be easily removed because you don’t have a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 Common event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3.1 Mouse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click – mouse button pressed and released on an element.</a:t>
            </a:r>
          </a:p>
          <a:p>
            <a:pPr>
              <a:defRPr sz="1800"/>
            </a:pPr>
            <a:r>
              <a:t>dblclick – double click.</a:t>
            </a:r>
          </a:p>
          <a:p>
            <a:pPr>
              <a:defRPr sz="1800"/>
            </a:pPr>
            <a:r>
              <a:t>mousedown, mouseup – button pressed / released.</a:t>
            </a:r>
          </a:p>
          <a:p>
            <a:pPr>
              <a:defRPr sz="1800"/>
            </a:pPr>
            <a:r>
              <a:t>mousemove – mouse moved over an element.</a:t>
            </a:r>
          </a:p>
          <a:p>
            <a:pPr>
              <a:defRPr sz="1800"/>
            </a:pPr>
            <a:r>
              <a:t>mouseover, mouseout – pointer enters/leaves an element.</a:t>
            </a:r>
          </a:p>
          <a:p>
            <a:pPr>
              <a:defRPr sz="1800"/>
            </a:pPr>
            <a:r>
              <a:t>mouseenter, mouseleave – similar but don’t bubble.</a:t>
            </a:r>
          </a:p>
          <a:p>
            <a:pPr>
              <a:defRPr sz="1800"/>
            </a:pPr>
            <a:r>
              <a:t>const box = document.querySelector(".box");</a:t>
            </a:r>
          </a:p>
          <a:p>
            <a:pPr>
              <a:defRPr sz="1800"/>
            </a:pPr>
            <a:r>
              <a:t>box.addEventListener("click", () =&gt; {</a:t>
            </a:r>
          </a:p>
          <a:p>
            <a:pPr>
              <a:defRPr sz="1800"/>
            </a:pPr>
            <a:r>
              <a:t>console.log("Box clicked");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3.2 Keyboard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keydown – key is pressed down.</a:t>
            </a:r>
          </a:p>
          <a:p>
            <a:pPr>
              <a:defRPr sz="1800"/>
            </a:pPr>
            <a:r>
              <a:t>keyup – key is released.</a:t>
            </a:r>
          </a:p>
          <a:p>
            <a:pPr>
              <a:defRPr sz="1800"/>
            </a:pPr>
            <a:r>
              <a:t>keypress – deprecated; use keydown/keyup.</a:t>
            </a:r>
          </a:p>
          <a:p>
            <a:pPr>
              <a:defRPr sz="1800"/>
            </a:pPr>
            <a:r>
              <a:t>document.addEventListener("keydown", (event) =&gt; {</a:t>
            </a:r>
          </a:p>
          <a:p>
            <a:pPr>
              <a:defRPr sz="1800"/>
            </a:pPr>
            <a:r>
              <a:t>console.log("Key pressed:", event.key);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3.3 Form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submit – form is submitted.</a:t>
            </a:r>
          </a:p>
          <a:p>
            <a:pPr>
              <a:defRPr sz="1800"/>
            </a:pPr>
            <a:r>
              <a:t>input – value of an input changes (fires on each change).</a:t>
            </a:r>
          </a:p>
          <a:p>
            <a:pPr>
              <a:defRPr sz="1800"/>
            </a:pPr>
            <a:r>
              <a:t>change – value changes and element loses focus (for some inputs).</a:t>
            </a:r>
          </a:p>
          <a:p>
            <a:pPr>
              <a:defRPr sz="1800"/>
            </a:pPr>
            <a:r>
              <a:t>focus, blur – element gains/loses focus.</a:t>
            </a:r>
          </a:p>
          <a:p>
            <a:pPr>
              <a:defRPr sz="1800"/>
            </a:pPr>
            <a:r>
              <a:t>const form = document.querySelector("#myForm");</a:t>
            </a:r>
          </a:p>
          <a:p>
            <a:pPr>
              <a:defRPr sz="1800"/>
            </a:pPr>
            <a:r>
              <a:t>const input = document.querySelector("#nameInput");</a:t>
            </a:r>
          </a:p>
          <a:p>
            <a:pPr>
              <a:defRPr sz="1800"/>
            </a:pPr>
            <a:r>
              <a:t>form.addEventListener("submit", (event) =&gt; {</a:t>
            </a:r>
          </a:p>
          <a:p>
            <a:pPr>
              <a:defRPr sz="1800"/>
            </a:pPr>
            <a:r>
              <a:t>event.preventDefault(); // stop actual submission</a:t>
            </a:r>
          </a:p>
          <a:p>
            <a:pPr>
              <a:defRPr sz="1800"/>
            </a:pPr>
            <a:r>
              <a:t>console.log("Form submitted");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input.addEventListener("input", () =&gt; {</a:t>
            </a:r>
          </a:p>
          <a:p>
            <a:pPr>
              <a:defRPr sz="1800"/>
            </a:pPr>
            <a:r>
              <a:t>console.log("Input value:", input.value);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3.4 Document and window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DOMContentLoaded – HTML is fully loaded and parsed.</a:t>
            </a:r>
          </a:p>
          <a:p>
            <a:pPr>
              <a:defRPr sz="1800"/>
            </a:pPr>
            <a:r>
              <a:t>load – page and all resources (images, etc.) are loaded.</a:t>
            </a:r>
          </a:p>
          <a:p>
            <a:pPr>
              <a:defRPr sz="1800"/>
            </a:pPr>
            <a:r>
              <a:t>resize – window is resized.</a:t>
            </a:r>
          </a:p>
          <a:p>
            <a:pPr>
              <a:defRPr sz="1800"/>
            </a:pPr>
            <a:r>
              <a:t>scroll – document or element is scrolled.</a:t>
            </a:r>
          </a:p>
          <a:p>
            <a:pPr>
              <a:defRPr sz="1800"/>
            </a:pPr>
            <a:r>
              <a:t>document.addEventListener("DOMContentLoaded", () =&gt; {</a:t>
            </a:r>
          </a:p>
          <a:p>
            <a:pPr>
              <a:defRPr sz="1800"/>
            </a:pPr>
            <a:r>
              <a:t>console.log("DOM fully loaded");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window.addEventListener("resize", () =&gt; {</a:t>
            </a:r>
          </a:p>
          <a:p>
            <a:pPr>
              <a:defRPr sz="1800"/>
            </a:pPr>
            <a:r>
              <a:t>console.log("Window resized");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4. The event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When an event occurs, the browser passes an event object to the handler.</a:t>
            </a:r>
          </a:p>
          <a:p>
            <a:pPr>
              <a:defRPr sz="1800"/>
            </a:pPr>
            <a:r>
              <a:t>button.addEventListener("click", (event) =&gt; {</a:t>
            </a:r>
          </a:p>
          <a:p>
            <a:pPr>
              <a:defRPr sz="1800"/>
            </a:pPr>
            <a:r>
              <a:t>console.log(event.type);        // "click"</a:t>
            </a:r>
          </a:p>
          <a:p>
            <a:pPr>
              <a:defRPr sz="1800"/>
            </a:pPr>
            <a:r>
              <a:t>console.log(event.target);      // element that triggered the event</a:t>
            </a:r>
          </a:p>
          <a:p>
            <a:pPr>
              <a:defRPr sz="1800"/>
            </a:pPr>
            <a:r>
              <a:t>console.log(event.currentTarget); // element the listener is attached to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Common properties:</a:t>
            </a:r>
          </a:p>
          <a:p>
            <a:pPr>
              <a:defRPr sz="1800"/>
            </a:pPr>
            <a:r>
              <a:t>type – event type ("click", "keydown", etc.).</a:t>
            </a:r>
          </a:p>
          <a:p>
            <a:pPr>
              <a:defRPr sz="1800"/>
            </a:pPr>
            <a:r>
              <a:t>target – the element that originally triggered the event.</a:t>
            </a:r>
          </a:p>
          <a:p>
            <a:pPr>
              <a:defRPr sz="1800"/>
            </a:pPr>
            <a:r>
              <a:t>currentTarget – the element the listener is attached to.</a:t>
            </a:r>
          </a:p>
          <a:p>
            <a:pPr>
              <a:defRPr sz="1800"/>
            </a:pPr>
            <a:r>
              <a:t>value – for input events, the current value.</a:t>
            </a:r>
          </a:p>
          <a:p>
            <a:pPr>
              <a:defRPr sz="1800"/>
            </a:pPr>
            <a:r>
              <a:t>key, code – for keyboard events.</a:t>
            </a:r>
          </a:p>
          <a:p>
            <a:pPr>
              <a:defRPr sz="1800"/>
            </a:pPr>
            <a:r>
              <a:t>clientX, clientY – mouse coordinates relative to the viewport.</a:t>
            </a:r>
          </a:p>
          <a:p>
            <a:pPr>
              <a:defRPr sz="1800"/>
            </a:pPr>
            <a:r>
              <a:t>preventDefault() – method to cancel the default behavior.</a:t>
            </a:r>
          </a:p>
          <a:p>
            <a:pPr>
              <a:defRPr sz="1800"/>
            </a:pPr>
            <a:r>
              <a:t>stopPropagation() – method to stop the event from bubbling.</a:t>
            </a:r>
          </a:p>
          <a:p>
            <a:pPr>
              <a:defRPr sz="1800"/>
            </a:pPr>
            <a:r>
              <a:t>Mouse example:</a:t>
            </a:r>
          </a:p>
          <a:p>
            <a:pPr>
              <a:defRPr sz="1800"/>
            </a:pPr>
            <a:r>
              <a:t>const box = document.querySelector(".box");</a:t>
            </a:r>
          </a:p>
          <a:p>
            <a:pPr>
              <a:defRPr sz="1800"/>
            </a:pPr>
            <a:r>
              <a:t>box.addEventListener("click", (event) =&gt; {</a:t>
            </a:r>
          </a:p>
          <a:p>
            <a:pPr>
              <a:defRPr sz="1800"/>
            </a:pPr>
            <a:r>
              <a:t>console.log("Mouse at:", event.clientX, event.clientY);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Keyboard example:</a:t>
            </a:r>
          </a:p>
          <a:p>
            <a:pPr>
              <a:defRPr sz="1800"/>
            </a:pPr>
            <a:r>
              <a:t>document.addEventListener("keydown", (event) =&gt; {</a:t>
            </a:r>
          </a:p>
          <a:p>
            <a:pPr>
              <a:defRPr sz="1800"/>
            </a:pPr>
            <a:r>
              <a:t>console.log("Key:", event.key, "Code:", event.code);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5. Preventing default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Many elements have default behaviors:</a:t>
            </a:r>
          </a:p>
          <a:p>
            <a:pPr>
              <a:defRPr sz="1800"/>
            </a:pPr>
            <a:r>
              <a:t>Links navigate to a URL.</a:t>
            </a:r>
          </a:p>
          <a:p>
            <a:pPr>
              <a:defRPr sz="1800"/>
            </a:pPr>
            <a:r>
              <a:t>Forms submit and reload the page.</a:t>
            </a:r>
          </a:p>
          <a:p>
            <a:pPr>
              <a:defRPr sz="1800"/>
            </a:pPr>
            <a:r>
              <a:t>Checkboxes toggle their checked state.</a:t>
            </a:r>
          </a:p>
          <a:p>
            <a:pPr>
              <a:defRPr sz="1800"/>
            </a:pPr>
            <a:r>
              <a:t>Use event.preventDefault() to stop this.</a:t>
            </a:r>
          </a:p>
          <a:p>
            <a:pPr>
              <a:defRPr sz="1800"/>
            </a:pPr>
            <a:r>
              <a:t>const link = document.querySelector("#myLink");</a:t>
            </a:r>
          </a:p>
          <a:p>
            <a:pPr>
              <a:defRPr sz="1800"/>
            </a:pPr>
            <a:r>
              <a:t>link.addEventListener("click", (event) =&gt; {</a:t>
            </a:r>
          </a:p>
          <a:p>
            <a:pPr>
              <a:defRPr sz="1800"/>
            </a:pPr>
            <a:r>
              <a:t>event.preventDefault();</a:t>
            </a:r>
          </a:p>
          <a:p>
            <a:pPr>
              <a:defRPr sz="1800"/>
            </a:pPr>
            <a:r>
              <a:t>console.log("Link clicked, but navigation prevented");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Form example:</a:t>
            </a:r>
          </a:p>
          <a:p>
            <a:pPr>
              <a:defRPr sz="1800"/>
            </a:pPr>
            <a:r>
              <a:t>const form = document.querySelector("#loginForm");</a:t>
            </a:r>
          </a:p>
          <a:p>
            <a:pPr>
              <a:defRPr sz="1800"/>
            </a:pPr>
            <a:r>
              <a:t>form.addEventListener("submit", (event) =&gt; {</a:t>
            </a:r>
          </a:p>
          <a:p>
            <a:pPr>
              <a:defRPr sz="1800"/>
            </a:pPr>
            <a:r>
              <a:t>event.preventDefault();</a:t>
            </a:r>
          </a:p>
          <a:p>
            <a:pPr>
              <a:defRPr sz="1800"/>
            </a:pPr>
            <a:r>
              <a:t>console.log("Handling form submit with JavaScript");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Event propagation: bubbling and capturing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When an event occurs on an element, it travels through the DOM tree.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6.1 Bubbling (default)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event starts at the target and bubbles up to ancestors.</a:t>
            </a:r>
          </a:p>
          <a:p>
            <a:pPr>
              <a:defRPr sz="1800"/>
            </a:pPr>
            <a:r>
              <a:t>&lt;div id="outer"&gt;</a:t>
            </a:r>
          </a:p>
          <a:p>
            <a:pPr>
              <a:defRPr sz="1800"/>
            </a:pPr>
            <a:r>
              <a:t>&lt;div id="inner"&gt;Click me&lt;/div&gt;</a:t>
            </a:r>
          </a:p>
          <a:p>
            <a:pPr>
              <a:defRPr sz="1800"/>
            </a:pPr>
            <a:r>
              <a:t>&lt;/div&gt;</a:t>
            </a:r>
          </a:p>
          <a:p>
            <a:pPr>
              <a:defRPr sz="1800"/>
            </a:pPr>
            <a:r>
              <a:t>const outer = document.getElementById("outer");</a:t>
            </a:r>
          </a:p>
          <a:p>
            <a:pPr>
              <a:defRPr sz="1800"/>
            </a:pPr>
            <a:r>
              <a:t>const inner = document.getElementById("inner");</a:t>
            </a:r>
          </a:p>
          <a:p>
            <a:pPr>
              <a:defRPr sz="1800"/>
            </a:pPr>
            <a:r>
              <a:t>outer.addEventListener("click", () =&gt; {</a:t>
            </a:r>
          </a:p>
          <a:p>
            <a:pPr>
              <a:defRPr sz="1800"/>
            </a:pPr>
            <a:r>
              <a:t>console.log("Outer clicked");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inner.addEventListener("click", () =&gt; {</a:t>
            </a:r>
          </a:p>
          <a:p>
            <a:pPr>
              <a:defRPr sz="1800"/>
            </a:pPr>
            <a:r>
              <a:t>console.log("Inner clicked");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Clicking #inner logs:</a:t>
            </a:r>
          </a:p>
          <a:p>
            <a:pPr>
              <a:defRPr sz="1800"/>
            </a:pPr>
            <a:r>
              <a:t>Inner clicked</a:t>
            </a:r>
          </a:p>
          <a:p>
            <a:pPr>
              <a:defRPr sz="1800"/>
            </a:pPr>
            <a:r>
              <a:t>Outer clicked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6.2 Capturing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Event goes from the top (window/document) down to the target.</a:t>
            </a:r>
          </a:p>
          <a:p>
            <a:pPr>
              <a:defRPr sz="1800"/>
            </a:pPr>
            <a:r>
              <a:t>To listen in the capturing phase:</a:t>
            </a:r>
          </a:p>
          <a:p>
            <a:pPr>
              <a:defRPr sz="1800"/>
            </a:pPr>
            <a:r>
              <a:t>outer.addEventListener("click", () =&gt; {</a:t>
            </a:r>
          </a:p>
          <a:p>
            <a:pPr>
              <a:defRPr sz="1800"/>
            </a:pPr>
            <a:r>
              <a:t>console.log("Outer (capture)");</a:t>
            </a:r>
          </a:p>
          <a:p>
            <a:pPr>
              <a:defRPr sz="1800"/>
            </a:pPr>
            <a:r>
              <a:t>}, true); // third argument: useCapture = true</a:t>
            </a:r>
          </a:p>
          <a:p>
            <a:pPr>
              <a:defRPr sz="1800"/>
            </a:pPr>
            <a:r>
              <a:t>Order with capturing:</a:t>
            </a:r>
          </a:p>
          <a:p>
            <a:pPr>
              <a:defRPr sz="1800"/>
            </a:pPr>
            <a:r>
              <a:t>Outer (capture)</a:t>
            </a:r>
          </a:p>
          <a:p>
            <a:pPr>
              <a:defRPr sz="1800"/>
            </a:pPr>
            <a:r>
              <a:t>Inner clicked</a:t>
            </a:r>
          </a:p>
          <a:p>
            <a:pPr>
              <a:defRPr sz="1800"/>
            </a:pPr>
            <a:r>
              <a:t>Outer clicked (if also listening in bubble phase)</a:t>
            </a:r>
          </a:p>
          <a:p>
            <a:pPr>
              <a:defRPr sz="1800"/>
            </a:pPr>
            <a:r>
              <a:t>In most cases, you use the bubbling phase (default).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Stopping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stopPropagation() to prevent the event from reaching other ancestors.</a:t>
            </a:r>
          </a:p>
          <a:p>
            <a:pPr>
              <a:defRPr sz="1800"/>
            </a:pPr>
            <a:r>
              <a:t>inner.addEventListener("click", (event) =&gt; {</a:t>
            </a:r>
          </a:p>
          <a:p>
            <a:pPr>
              <a:defRPr sz="1800"/>
            </a:pPr>
            <a:r>
              <a:t>event.stopPropagation();</a:t>
            </a:r>
          </a:p>
          <a:p>
            <a:pPr>
              <a:defRPr sz="1800"/>
            </a:pPr>
            <a:r>
              <a:t>console.log("Inner clicked (no bubbling)");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outer.addEventListener("click", () =&gt; {</a:t>
            </a:r>
          </a:p>
          <a:p>
            <a:pPr>
              <a:defRPr sz="1800"/>
            </a:pPr>
            <a:r>
              <a:t>console.log("Outer clicked"); // won't run now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8. Event delegation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Instead of attaching listeners to many similar elements, attach one listener to a common ancestor and use event.target to figure out which element was clicked.</a:t>
            </a:r>
          </a:p>
          <a:p>
            <a:pPr>
              <a:defRPr sz="1800"/>
            </a:pPr>
            <a:r>
              <a:t>Example: list of items.</a:t>
            </a:r>
          </a:p>
          <a:p>
            <a:pPr>
              <a:defRPr sz="1800"/>
            </a:pPr>
            <a:r>
              <a:t>&lt;ul id="list"&gt;</a:t>
            </a:r>
          </a:p>
          <a:p>
            <a:pPr>
              <a:defRPr sz="1800"/>
            </a:pPr>
            <a:r>
              <a:t>&lt;li data-id="1"&gt;Item 1&lt;/li&gt;</a:t>
            </a:r>
          </a:p>
          <a:p>
            <a:pPr>
              <a:defRPr sz="1800"/>
            </a:pPr>
            <a:r>
              <a:t>&lt;li data-id="2"&gt;Item 2&lt;/li&gt;</a:t>
            </a:r>
          </a:p>
          <a:p>
            <a:pPr>
              <a:defRPr sz="1800"/>
            </a:pPr>
            <a:r>
              <a:t>&lt;li data-id="3"&gt;Item 3&lt;/li&gt;</a:t>
            </a:r>
          </a:p>
          <a:p>
            <a:pPr>
              <a:defRPr sz="1800"/>
            </a:pPr>
            <a:r>
              <a:t>&lt;/ul&gt;</a:t>
            </a:r>
          </a:p>
          <a:p>
            <a:pPr>
              <a:defRPr sz="1800"/>
            </a:pPr>
            <a:r>
              <a:t>const list = document.getElementById("list");</a:t>
            </a:r>
          </a:p>
          <a:p>
            <a:pPr>
              <a:defRPr sz="1800"/>
            </a:pPr>
            <a:r>
              <a:t>list.addEventListener("click", (event) =&gt; {</a:t>
            </a:r>
          </a:p>
          <a:p>
            <a:pPr>
              <a:defRPr sz="1800"/>
            </a:pPr>
            <a:r>
              <a:t>const item = event.target.closest("li");</a:t>
            </a:r>
          </a:p>
          <a:p>
            <a:pPr>
              <a:defRPr sz="1800"/>
            </a:pPr>
            <a:r>
              <a:t>if (!item || !list.contains(item)) return;</a:t>
            </a:r>
          </a:p>
          <a:p>
            <a:pPr>
              <a:defRPr sz="1800"/>
            </a:pPr>
            <a:r>
              <a:t>const id = item.dataset.id;</a:t>
            </a:r>
          </a:p>
          <a:p>
            <a:pPr>
              <a:defRPr sz="1800"/>
            </a:pPr>
            <a:r>
              <a:t>console.log("Clicked item id:", id);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Benefits:</a:t>
            </a:r>
          </a:p>
          <a:p>
            <a:pPr>
              <a:defRPr sz="1800"/>
            </a:pPr>
            <a:r>
              <a:t>Fewer event listeners (better performance).</a:t>
            </a:r>
          </a:p>
          <a:p>
            <a:pPr>
              <a:defRPr sz="1800"/>
            </a:pPr>
            <a:r>
              <a:t>Works for dynamically added elements without reattaching listeners.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9. Adding and removing listeners dynamically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You can add listeners at any time, and remove them when no longer needed.</a:t>
            </a:r>
          </a:p>
          <a:p>
            <a:pPr>
              <a:defRPr sz="1800"/>
            </a:pPr>
            <a:r>
              <a:t>function handleClick() {</a:t>
            </a:r>
          </a:p>
          <a:p>
            <a:pPr>
              <a:defRPr sz="1800"/>
            </a:pPr>
            <a:r>
              <a:t>console.log("Clicked once");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button.addEventListener("click", handleClick);</a:t>
            </a:r>
          </a:p>
          <a:p>
            <a:pPr>
              <a:defRPr sz="1800"/>
            </a:pPr>
            <a:r>
              <a:t>// Later, remove it</a:t>
            </a:r>
          </a:p>
          <a:p>
            <a:pPr>
              <a:defRPr sz="1800"/>
            </a:pPr>
            <a:r>
              <a:t>button.removeEventListener("click", handleClick);</a:t>
            </a:r>
          </a:p>
          <a:p>
            <a:pPr>
              <a:defRPr sz="1800"/>
            </a:pPr>
            <a:r>
              <a:t>Use the { once: true } option to auto-remove after one call:</a:t>
            </a:r>
          </a:p>
          <a:p>
            <a:pPr>
              <a:defRPr sz="1800"/>
            </a:pPr>
            <a:r>
              <a:t>button.addEventListener("click", () =&gt; {</a:t>
            </a:r>
          </a:p>
          <a:p>
            <a:pPr>
              <a:defRPr sz="1800"/>
            </a:pPr>
            <a:r>
              <a:t>console.log("Runs only once");</a:t>
            </a:r>
          </a:p>
          <a:p>
            <a:pPr>
              <a:defRPr sz="1800"/>
            </a:pPr>
            <a:r>
              <a:t>}, { once: true 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 Common patterns and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10.1 Toggle visibility on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const toggleBtn = document.querySelector("#toggleBtn");</a:t>
            </a:r>
          </a:p>
          <a:p>
            <a:pPr>
              <a:defRPr sz="1800"/>
            </a:pPr>
            <a:r>
              <a:t>const content = document.querySelector("#content");</a:t>
            </a:r>
          </a:p>
          <a:p>
            <a:pPr>
              <a:defRPr sz="1800"/>
            </a:pPr>
            <a:r>
              <a:t>toggleBtn.addEventListener("click", () =&gt; {</a:t>
            </a:r>
          </a:p>
          <a:p>
            <a:pPr>
              <a:defRPr sz="1800"/>
            </a:pPr>
            <a:r>
              <a:t>content.classList.toggle("hidden");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10.2 Form validation on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const form = document.querySelector("#registerForm");</a:t>
            </a:r>
          </a:p>
          <a:p>
            <a:pPr>
              <a:defRPr sz="1800"/>
            </a:pPr>
            <a:r>
              <a:t>const emailInput = document.querySelector("#email");</a:t>
            </a:r>
          </a:p>
          <a:p>
            <a:pPr>
              <a:defRPr sz="1800"/>
            </a:pPr>
            <a:r>
              <a:t>form.addEventListener("submit", (event) =&gt; {</a:t>
            </a:r>
          </a:p>
          <a:p>
            <a:pPr>
              <a:defRPr sz="1800"/>
            </a:pPr>
            <a:r>
              <a:t>event.preventDefault();</a:t>
            </a:r>
          </a:p>
          <a:p>
            <a:pPr>
              <a:defRPr sz="1800"/>
            </a:pPr>
            <a:r>
              <a:t>if (!emailInput.value.includes("@")) {</a:t>
            </a:r>
          </a:p>
          <a:p>
            <a:pPr>
              <a:defRPr sz="1800"/>
            </a:pPr>
            <a:r>
              <a:t>alert("Enter a valid email");</a:t>
            </a:r>
          </a:p>
          <a:p>
            <a:pPr>
              <a:defRPr sz="1800"/>
            </a:pPr>
            <a:r>
              <a:t>return;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console.log("Form is valid, submit via AJAX...");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10.3 Live search / input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const searchInput = document.querySelector("#search");</a:t>
            </a:r>
          </a:p>
          <a:p>
            <a:pPr>
              <a:defRPr sz="1800"/>
            </a:pPr>
            <a:r>
              <a:t>const items = document.querySelectorAll(".item");</a:t>
            </a:r>
          </a:p>
          <a:p>
            <a:pPr>
              <a:defRPr sz="1800"/>
            </a:pPr>
            <a:r>
              <a:t>searchInput.addEventListener("input", () =&gt; {</a:t>
            </a:r>
          </a:p>
          <a:p>
            <a:pPr>
              <a:defRPr sz="1800"/>
            </a:pPr>
            <a:r>
              <a:t>const term = searchInput.value.toLowerCase();</a:t>
            </a:r>
          </a:p>
          <a:p>
            <a:pPr>
              <a:defRPr sz="1800"/>
            </a:pPr>
            <a:r>
              <a:t>items.forEach(item =&gt; {</a:t>
            </a:r>
          </a:p>
          <a:p>
            <a:pPr>
              <a:defRPr sz="1800"/>
            </a:pPr>
            <a:r>
              <a:t>const text = item.textContent.toLowerCase();</a:t>
            </a:r>
          </a:p>
          <a:p>
            <a:pPr>
              <a:defRPr sz="1800"/>
            </a:pPr>
            <a:r>
              <a:t>if (text.includes(term)) {</a:t>
            </a:r>
          </a:p>
          <a:p>
            <a:pPr>
              <a:defRPr sz="1800"/>
            </a:pPr>
            <a:r>
              <a:t>item.style.display = "";</a:t>
            </a:r>
          </a:p>
          <a:p>
            <a:pPr>
              <a:defRPr sz="1800"/>
            </a:pPr>
            <a:r>
              <a:t>} else {</a:t>
            </a:r>
          </a:p>
          <a:p>
            <a:pPr>
              <a:defRPr sz="1800"/>
            </a:pPr>
            <a:r>
              <a:t>item.style.display = "none";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10.4 Keyboard shortcuts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document.addEventListener("keydown", (event) =&gt; {</a:t>
            </a:r>
          </a:p>
          <a:p>
            <a:pPr>
              <a:defRPr sz="1800"/>
            </a:pPr>
            <a:r>
              <a:t>if (event.key === "Enter") {</a:t>
            </a:r>
          </a:p>
          <a:p>
            <a:pPr>
              <a:defRPr sz="1800"/>
            </a:pPr>
            <a:r>
              <a:t>console.log("Enter pressed");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if (event.ctrlKey &amp;&amp; event.key === "s") {</a:t>
            </a:r>
          </a:p>
          <a:p>
            <a:pPr>
              <a:defRPr sz="1800"/>
            </a:pPr>
            <a:r>
              <a:t>event.preventDefault();</a:t>
            </a:r>
          </a:p>
          <a:p>
            <a:pPr>
              <a:defRPr sz="1800"/>
            </a:pPr>
            <a:r>
              <a:t>console.log("Ctrl+S pressed – save action");</a:t>
            </a:r>
          </a:p>
          <a:p>
            <a:pPr>
              <a:defRPr sz="1800"/>
            </a:pPr>
            <a:r>
              <a:t>}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10.5 Debounced resize handler (performance)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let timeoutId;</a:t>
            </a:r>
          </a:p>
          <a:p>
            <a:pPr>
              <a:defRPr sz="1800"/>
            </a:pPr>
            <a:r>
              <a:t>window.addEventListener("resize", () =&gt; {</a:t>
            </a:r>
          </a:p>
          <a:p>
            <a:pPr>
              <a:defRPr sz="1800"/>
            </a:pPr>
            <a:r>
              <a:t>clearTimeout(timeoutId);</a:t>
            </a:r>
          </a:p>
          <a:p>
            <a:pPr>
              <a:defRPr sz="1800"/>
            </a:pPr>
            <a:r>
              <a:t>timeoutId = setTimeout(() =&gt; {</a:t>
            </a:r>
          </a:p>
          <a:p>
            <a:pPr>
              <a:defRPr sz="1800"/>
            </a:pPr>
            <a:r>
              <a:t>console.log("Resize handled");</a:t>
            </a:r>
          </a:p>
          <a:p>
            <a:pPr>
              <a:defRPr sz="1800"/>
            </a:pPr>
            <a:r>
              <a:t>// put expensive logic here</a:t>
            </a:r>
          </a:p>
          <a:p>
            <a:pPr>
              <a:defRPr sz="1800"/>
            </a:pPr>
            <a:r>
              <a:t>}, 200);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11. this in event handlers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 a regular function handler, this refers to the element the listener is attached to.</a:t>
            </a:r>
          </a:p>
          <a:p>
            <a:pPr>
              <a:defRPr sz="1800"/>
            </a:pPr>
            <a:r>
              <a:t>button.addEventListener("click", function() {</a:t>
            </a:r>
          </a:p>
          <a:p>
            <a:pPr>
              <a:defRPr sz="1800"/>
            </a:pPr>
            <a:r>
              <a:t>console.log(this); // same as event.currentTarget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With arrow functions, this is taken from the surrounding scope, so they don’t get the element as this. Use event.currentTarget instead.</a:t>
            </a:r>
          </a:p>
          <a:p>
            <a:pPr>
              <a:defRPr sz="1800"/>
            </a:pPr>
            <a:r>
              <a:t>button.addEventListener("click", (event) =&gt; {</a:t>
            </a:r>
          </a:p>
          <a:p>
            <a:pPr>
              <a:defRPr sz="1800"/>
            </a:pPr>
            <a:r>
              <a:t>console.log(event.currentTarget); // the button</a:t>
            </a:r>
          </a:p>
          <a:p>
            <a:pPr>
              <a:defRPr sz="1800"/>
            </a:pPr>
            <a:r>
              <a:t>});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12. Custom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You can create and dispatch your own events.</a:t>
            </a:r>
          </a:p>
          <a:p>
            <a:pPr>
              <a:defRPr sz="1800"/>
            </a:pPr>
            <a:r>
              <a:t>// Create custom event</a:t>
            </a:r>
          </a:p>
          <a:p>
            <a:pPr>
              <a:defRPr sz="1800"/>
            </a:pPr>
            <a:r>
              <a:t>const myEvent = new CustomEvent("myCustomEvent", {</a:t>
            </a:r>
          </a:p>
          <a:p>
            <a:pPr>
              <a:defRPr sz="1800"/>
            </a:pPr>
            <a:r>
              <a:t>detail: { message: "Hello from custom event" }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// Listen for it</a:t>
            </a:r>
          </a:p>
          <a:p>
            <a:pPr>
              <a:defRPr sz="1800"/>
            </a:pPr>
            <a:r>
              <a:t>document.addEventListener("myCustomEvent", (event) =&gt; {</a:t>
            </a:r>
          </a:p>
          <a:p>
            <a:pPr>
              <a:defRPr sz="1800"/>
            </a:pPr>
            <a:r>
              <a:t>console.log(event.detail.message);</a:t>
            </a:r>
          </a:p>
          <a:p>
            <a:pPr>
              <a:defRPr sz="1800"/>
            </a:pPr>
            <a:r>
              <a:t>});</a:t>
            </a:r>
          </a:p>
          <a:p>
            <a:pPr>
              <a:defRPr sz="1800"/>
            </a:pPr>
            <a:r>
              <a:t>// Dispatch it</a:t>
            </a:r>
          </a:p>
          <a:p>
            <a:pPr>
              <a:defRPr sz="1800"/>
            </a:pPr>
            <a:r>
              <a:t>document.dispatchEvent(myEvent);</a:t>
            </a:r>
          </a:p>
          <a:p>
            <a:pPr>
              <a:defRPr sz="1800"/>
            </a:pPr>
            <a:r>
              <a:t>Useful for communication between different parts of an application.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13. Passive and capture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13.1 Passive listeners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For some scroll/touch events, you can tell the browser you won’t call preventDefault(), improving performance.</a:t>
            </a:r>
          </a:p>
          <a:p>
            <a:pPr>
              <a:defRPr sz="1800"/>
            </a:pPr>
            <a:r>
              <a:t>window.addEventListener("scroll", () =&gt; {</a:t>
            </a:r>
          </a:p>
          <a:p>
            <a:pPr>
              <a:defRPr sz="1800"/>
            </a:pPr>
            <a:r>
              <a:t>// handle scroll</a:t>
            </a:r>
          </a:p>
          <a:p>
            <a:pPr>
              <a:defRPr sz="1800"/>
            </a:pPr>
            <a:r>
              <a:t>}, { passive: true });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13.2 Capture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 seen earlier, use { capture: true } instead of the old boolean third argument.</a:t>
            </a:r>
          </a:p>
          <a:p>
            <a:pPr>
              <a:defRPr sz="1800"/>
            </a:pPr>
            <a:r>
              <a:t>element.addEventListener("click", handler, { capture: true });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14.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Forgetting event.preventDefault() on form submit, causing page reload.</a:t>
            </a:r>
          </a:p>
          <a:p>
            <a:pPr>
              <a:defRPr sz="1800"/>
            </a:pPr>
            <a:r>
              <a:t>Attaching too many listeners instead of using event delegation.</a:t>
            </a:r>
          </a:p>
          <a:p>
            <a:pPr>
              <a:defRPr sz="1800"/>
            </a:pPr>
            <a:r>
              <a:t>Trying to remove anonymous listeners (no reference).</a:t>
            </a:r>
          </a:p>
          <a:p>
            <a:pPr>
              <a:defRPr sz="1800"/>
            </a:pPr>
            <a:r>
              <a:t>Using inline onclick attributes in large projects (hard to maintain).</a:t>
            </a:r>
          </a:p>
          <a:p>
            <a:pPr>
              <a:defRPr sz="1800"/>
            </a:pPr>
            <a:r>
              <a:t>Not accounting for bubbling when nested elements have listeners.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