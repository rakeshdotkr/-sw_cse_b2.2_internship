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58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3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3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47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8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4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4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0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8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00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8343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296065-8DAC-979A-CFCC-0E6A5E69BE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JS Destructuring***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AA01B46-9C32-B049-B47B-B84F1B126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4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 err="1"/>
              <a:t>Destructuring</a:t>
            </a:r>
            <a:r>
              <a:rPr dirty="0"/>
              <a:t> is a syntax that lets you </a:t>
            </a:r>
            <a:r>
              <a:rPr u="sng" dirty="0"/>
              <a:t>extract values from arrays or properties from objects</a:t>
            </a:r>
            <a:r>
              <a:rPr dirty="0"/>
              <a:t> into separate variables in a clean, concise way. </a:t>
            </a:r>
            <a:endParaRPr lang="en-US" dirty="0"/>
          </a:p>
          <a:p>
            <a:pPr>
              <a:defRPr sz="2000"/>
            </a:pPr>
            <a:r>
              <a:rPr dirty="0"/>
              <a:t>It reduces boilerplate code and is heavily used in modern JavaScript and React.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Why use </a:t>
            </a:r>
            <a:r>
              <a:rPr dirty="0" err="1"/>
              <a:t>destructuring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 err="1"/>
              <a:t>Destructuring</a:t>
            </a:r>
            <a:r>
              <a:rPr lang="en-US" dirty="0"/>
              <a:t> is a feature introduced in ES6 (ECMAScript 2015) that </a:t>
            </a:r>
            <a:r>
              <a:rPr lang="en-US" u="sng" dirty="0"/>
              <a:t>allows you to unpack values from arrays or properties from objects into distinct variables</a:t>
            </a:r>
            <a:r>
              <a:rPr lang="en-US" dirty="0"/>
              <a:t> using a highly concise syntax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Without destructuring: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const person = { name: "Asha", age: 25 };</a:t>
            </a:r>
            <a:br/>
            <a:r>
              <a:t>const name = person.name;</a:t>
            </a:r>
            <a:br/>
            <a:r>
              <a:t>const age = person.age;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 destructuring: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const person = { name: "Asha", age: 25 };</a:t>
            </a:r>
            <a:br/>
            <a:r>
              <a:t>const { name, age } = person;</a:t>
            </a:r>
            <a:br/>
            <a:r>
              <a:t>Same result, less code, clearer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Object destructuring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Object </a:t>
            </a:r>
            <a:r>
              <a:rPr lang="en-US" dirty="0" err="1"/>
              <a:t>destructuring</a:t>
            </a:r>
            <a:r>
              <a:rPr lang="en-US" dirty="0"/>
              <a:t> is a JavaScript syntax feature introduced in </a:t>
            </a:r>
            <a:br>
              <a:rPr lang="en-US" dirty="0"/>
            </a:br>
            <a:r>
              <a:rPr lang="en-US" dirty="0"/>
              <a:t>ES6 that allows you to unpack properties from objects and assign </a:t>
            </a:r>
            <a:br>
              <a:rPr lang="en-US" dirty="0"/>
            </a:br>
            <a:r>
              <a:rPr lang="en-US" dirty="0"/>
              <a:t>them directly to distinct variables.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Basic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rPr lang="en-US" dirty="0"/>
              <a:t>c</a:t>
            </a:r>
            <a:r>
              <a:rPr dirty="0"/>
              <a:t>onst user = {</a:t>
            </a:r>
            <a:br>
              <a:rPr dirty="0"/>
            </a:br>
            <a:r>
              <a:rPr dirty="0"/>
              <a:t>name: "Asha",</a:t>
            </a:r>
            <a:br>
              <a:rPr dirty="0"/>
            </a:br>
            <a:r>
              <a:rPr dirty="0"/>
              <a:t>age: 25,</a:t>
            </a:r>
            <a:br>
              <a:rPr dirty="0"/>
            </a:br>
            <a:r>
              <a:rPr dirty="0"/>
              <a:t>city: "Mumbai"</a:t>
            </a:r>
            <a:br>
              <a:rPr dirty="0"/>
            </a:br>
            <a:r>
              <a:rPr dirty="0"/>
              <a:t>};</a:t>
            </a:r>
            <a:br>
              <a:rPr dirty="0"/>
            </a:br>
            <a:r>
              <a:rPr dirty="0"/>
              <a:t>const { name, age, city } = user;</a:t>
            </a:r>
            <a:br>
              <a:rPr dirty="0"/>
            </a:br>
            <a:r>
              <a:rPr dirty="0"/>
              <a:t>console.log(name); // "Asha"</a:t>
            </a:r>
            <a:br>
              <a:rPr dirty="0"/>
            </a:br>
            <a:r>
              <a:rPr dirty="0"/>
              <a:t>console.log(age);  // 25</a:t>
            </a:r>
            <a:br>
              <a:rPr dirty="0"/>
            </a:br>
            <a:r>
              <a:rPr dirty="0"/>
              <a:t>console.log(city); // "Mumbai"</a:t>
            </a:r>
            <a:br>
              <a:rPr dirty="0"/>
            </a:br>
            <a:r>
              <a:rPr dirty="0"/>
              <a:t>Variable names must match property names.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Renaming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You can extract a property into a variable with a different name.</a:t>
            </a:r>
            <a:br/>
            <a:r>
              <a:t>const { name: userName, age: userAge } = user;</a:t>
            </a:r>
            <a:br/>
            <a:r>
              <a:t>console.log(userName); // "Asha"</a:t>
            </a:r>
            <a:br/>
            <a:r>
              <a:t>console.log(userAge);  // 25</a:t>
            </a:r>
            <a:br/>
            <a:r>
              <a:t>Here name property → userName variable.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Default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If a property is missing or undefined, you can provide a default.</a:t>
            </a:r>
            <a:br/>
            <a:r>
              <a:t>const { name, country = "India" } = user;</a:t>
            </a:r>
            <a:br/>
            <a:r>
              <a:t>console.log(name);    // "Asha"</a:t>
            </a:r>
            <a:br/>
            <a:r>
              <a:t>console.log(country); // "India"</a:t>
            </a:r>
            <a:br/>
            <a:r>
              <a:t>Default is used only when the value is undefined.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Extracting nested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2000"/>
            </a:pPr>
            <a:r>
              <a:t>const person = {</a:t>
            </a:r>
            <a:br/>
            <a:r>
              <a:t>name: "Asha",</a:t>
            </a:r>
            <a:br/>
            <a:r>
              <a:t>address: {</a:t>
            </a:r>
            <a:br/>
            <a:r>
              <a:t>city: "Mumbai",</a:t>
            </a:r>
            <a:br/>
            <a:r>
              <a:t>pin: 400001</a:t>
            </a:r>
            <a:br/>
            <a:r>
              <a:t>}</a:t>
            </a:r>
            <a:br/>
            <a:r>
              <a:t>};</a:t>
            </a:r>
            <a:br/>
            <a:r>
              <a:t>const {</a:t>
            </a:r>
            <a:br/>
            <a:r>
              <a:t>name,</a:t>
            </a:r>
            <a:br/>
            <a:r>
              <a:t>address: { city, pin }</a:t>
            </a:r>
            <a:br/>
            <a:r>
              <a:t>} = person;</a:t>
            </a:r>
            <a:br/>
            <a:r>
              <a:t>console.log(name); // "Asha"</a:t>
            </a:r>
            <a:br/>
            <a:r>
              <a:t>console.log(city); // "Mumbai"</a:t>
            </a:r>
            <a:br/>
            <a:r>
              <a:t>console.log(pin);  // 400001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 Rest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Collect remaining properties into a new object.</a:t>
            </a:r>
            <a:br/>
            <a:r>
              <a:t>const { name, ...rest } = user;</a:t>
            </a:r>
            <a:br/>
            <a:r>
              <a:t>console.log(name); // "Asha"</a:t>
            </a:r>
            <a:br/>
            <a:r>
              <a:t>console.log(rest); // { age: 25, city: "Mumbai" }</a:t>
            </a:r>
            <a:br/>
            <a:r>
              <a:t>Only one rest property, and it must be last.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 Ignoring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You can skip properties you don’t need.</a:t>
            </a:r>
            <a:br/>
            <a:r>
              <a:t>const { age } = user; // only extract age</a:t>
            </a:r>
            <a:br/>
            <a:r>
              <a:t>There’s no special “ignore” syntax for objects; you just don’t list the properties.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Array destructuring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Basic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const colors = ["red", "green", "blue"];</a:t>
            </a:r>
            <a:br/>
            <a:r>
              <a:t>const [first, second, third] = colors;</a:t>
            </a:r>
            <a:br/>
            <a:r>
              <a:t>console.log(first);  // "red"</a:t>
            </a:r>
            <a:br/>
            <a:r>
              <a:t>console.log(second); // "green"</a:t>
            </a:r>
            <a:br/>
            <a:r>
              <a:t>console.log(third);  // "blue"</a:t>
            </a:r>
            <a:br/>
            <a:r>
              <a:t>Position matters, not names.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Skipping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 empty commas to skip values.</a:t>
            </a:r>
            <a:br/>
            <a:r>
              <a:t>const [first, , third] = colors;</a:t>
            </a:r>
            <a:br/>
            <a:r>
              <a:t>console.log(first);  // "red"</a:t>
            </a:r>
            <a:br/>
            <a:r>
              <a:t>console.log(third);  // "blue"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Default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const [a, b, c = "yellow"] = ["red", "green"];</a:t>
            </a:r>
            <a:br/>
            <a:r>
              <a:t>console.log(a); // "red"</a:t>
            </a:r>
            <a:br/>
            <a:r>
              <a:t>console.log(b); // "green"</a:t>
            </a:r>
            <a:br/>
            <a:r>
              <a:t>console.log(c); // "yellow"</a:t>
            </a:r>
            <a:br/>
            <a:r>
              <a:t>Default is used when the element is undefined.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Rest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Collect remaining elements into an array.</a:t>
            </a:r>
            <a:br/>
            <a:r>
              <a:t>const numbers = [1, 2, 3, 4, 5];</a:t>
            </a:r>
            <a:br/>
            <a:r>
              <a:t>const [first, second, ...rest] = numbers;</a:t>
            </a:r>
            <a:br/>
            <a:r>
              <a:t>console.log(first); // 1</a:t>
            </a:r>
            <a:br/>
            <a:r>
              <a:t>console.log(second); // 2</a:t>
            </a:r>
            <a:br/>
            <a:r>
              <a:t>console.log(rest); // [3, 4, 5]</a:t>
            </a:r>
            <a:br/>
            <a:r>
              <a:t>Only one rest element, and it must be last.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3.5 Nested array destructuring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const data = [1, [2, 3], 4];</a:t>
            </a:r>
            <a:br/>
            <a:r>
              <a:t>const [first, [inner1, inner2], last] = data;</a:t>
            </a:r>
            <a:br/>
            <a:r>
              <a:t>console.log(first);  // 1</a:t>
            </a:r>
            <a:br/>
            <a:r>
              <a:t>console.log(inner1); // 2</a:t>
            </a:r>
            <a:br/>
            <a:r>
              <a:t>console.log(inner2); // 3</a:t>
            </a:r>
            <a:br/>
            <a:r>
              <a:t>console.log(last);   //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3.6 Swapping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common pattern in array destructuring.</a:t>
            </a:r>
            <a:br/>
            <a:r>
              <a:t>let x = 1;</a:t>
            </a:r>
            <a:br/>
            <a:r>
              <a:t>let y = 2;</a:t>
            </a:r>
            <a:br/>
            <a:r>
              <a:t>[x, y] = [y, x];</a:t>
            </a:r>
            <a:br/>
            <a:r>
              <a:t>console.log(x); // 2</a:t>
            </a:r>
            <a:br/>
            <a:r>
              <a:t>console.log(y); //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Destructuring in function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Object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Instead of: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function greet(user) {</a:t>
            </a:r>
            <a:br/>
            <a:r>
              <a:t>console.log("Hello, " + user.name);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can write: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function greet({ name, age }) {</a:t>
            </a:r>
            <a:br/>
            <a:r>
              <a:t>console.log("Hello, " + name + ", age " + age);</a:t>
            </a:r>
            <a:br/>
            <a:r>
              <a:t>}</a:t>
            </a:r>
            <a:br/>
            <a:r>
              <a:t>const user = { name: "Asha", age: 25 };</a:t>
            </a:r>
            <a:br/>
            <a:r>
              <a:t>greet(user);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 defaults: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function greet({ name, age = 18 } = {}) {</a:t>
            </a:r>
            <a:br/>
            <a:r>
              <a:t>console.log("Hello, " + name + ", age " + age);</a:t>
            </a:r>
            <a:br/>
            <a:r>
              <a:t>}</a:t>
            </a:r>
            <a:br/>
            <a:r>
              <a:t>The = {} ensures the function works even if called with no argument.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Array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function printFirstTwo([first, second]) {</a:t>
            </a:r>
            <a:br/>
            <a:r>
              <a:t>console.log(first, second);</a:t>
            </a:r>
            <a:br/>
            <a:r>
              <a:t>}</a:t>
            </a:r>
            <a:br/>
            <a:r>
              <a:t>printFirstTwo([10, 20, 30]); // 10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Destructuring with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Strings are iterable, so you can destructure them like arrays.</a:t>
            </a:r>
            <a:br/>
            <a:r>
              <a:t>javascript</a:t>
            </a:r>
            <a:br/>
            <a:r>
              <a:t>const [a, b, c] = "hello";</a:t>
            </a:r>
            <a:br/>
            <a:r>
              <a:t>console.log(a); // "h"</a:t>
            </a:r>
            <a:br/>
            <a:r>
              <a:t>console.log(b); // "e"</a:t>
            </a:r>
            <a:br/>
            <a:r>
              <a:t>console.log(c); // "l"</a:t>
            </a:r>
            <a:br/>
            <a:r>
              <a:t>Not very common, but valid.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Destructuring in variable declarations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You can use destructuring with const, let, and var.</a:t>
            </a:r>
            <a:br/>
            <a:r>
              <a:t>const { name } = user;</a:t>
            </a:r>
            <a:br/>
            <a:r>
              <a:t>let { age } = user;</a:t>
            </a:r>
            <a:br/>
            <a:r>
              <a:t>// Reassigning with destructuring (needs parentheses)</a:t>
            </a:r>
            <a:br/>
            <a:r>
              <a:t>let x = 1, y = 2;</a:t>
            </a:r>
            <a:br/>
            <a:r>
              <a:t>[x, y] = [y, x];</a:t>
            </a:r>
            <a:br/>
            <a:r>
              <a:t>Note: When destructuring in an assignment (not declaration), wrap in ().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Destructuring with function return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When a function returns an array, you can destructure it.</a:t>
            </a:r>
            <a:br/>
            <a:r>
              <a:t>function getMinMax(numbers) {</a:t>
            </a:r>
            <a:br/>
            <a:r>
              <a:t>const min = Math.min(...numbers);</a:t>
            </a:r>
            <a:br/>
            <a:r>
              <a:t>const max = Math.max(...numbers);</a:t>
            </a:r>
            <a:br/>
            <a:r>
              <a:t>return [min, max];</a:t>
            </a:r>
            <a:br/>
            <a:r>
              <a:t>}</a:t>
            </a:r>
            <a:br/>
            <a:r>
              <a:t>const [min, max] = getMinMax([3, 7, 2, 9]);</a:t>
            </a:r>
            <a:br/>
            <a:r>
              <a:t>console.log(min); // 2</a:t>
            </a:r>
            <a:br/>
            <a:r>
              <a:t>console.log(max); // 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a function returns an object: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function getUser() {</a:t>
            </a:r>
            <a:br/>
            <a:r>
              <a:t>return { id: 1, name: "Asha" };</a:t>
            </a:r>
            <a:br/>
            <a:r>
              <a:t>}</a:t>
            </a:r>
            <a:br/>
            <a:r>
              <a:t>const { id, name } = getUser();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Common patterns and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8.1 Extracting only needed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const config = {</a:t>
            </a:r>
            <a:br/>
            <a:r>
              <a:t>apiUrl: "https://api.example.com",</a:t>
            </a:r>
            <a:br/>
            <a:r>
              <a:t>timeout: 5000,</a:t>
            </a:r>
            <a:br/>
            <a:r>
              <a:t>retries: 3,</a:t>
            </a:r>
            <a:br/>
            <a:r>
              <a:t>debug: false</a:t>
            </a:r>
            <a:br/>
            <a:r>
              <a:t>};</a:t>
            </a:r>
            <a:br/>
            <a:r>
              <a:t>const { apiUrl, timeout } = config;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8.2 Setting defaults for missing 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function startServer({ port = 3000, host = "localhost" } = {}) {</a:t>
            </a:r>
            <a:br/>
            <a:r>
              <a:t>console.log("Running on", host + ":" + port);</a:t>
            </a:r>
            <a:br/>
            <a:r>
              <a:t>}</a:t>
            </a:r>
            <a:br/>
            <a:r>
              <a:t>startServer({});             // localhost:3000</a:t>
            </a:r>
            <a:br/>
            <a:r>
              <a:t>startServer({ port: 4000 }); // localhost:4000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8.3 Renaming for clarity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const response = {</a:t>
            </a:r>
            <a:br/>
            <a:r>
              <a:t>data: { id: 1, name: "Asha" },</a:t>
            </a:r>
            <a:br/>
            <a:r>
              <a:t>status: 200</a:t>
            </a:r>
            <a:br/>
            <a:r>
              <a:t>};</a:t>
            </a:r>
            <a:br/>
            <a:r>
              <a:t>const { data: userData, status: responseStatus } = response;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8.4 Splitting state and setter (React-like 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const state = {</a:t>
            </a:r>
            <a:br/>
            <a:r>
              <a:t>count: 0,</a:t>
            </a:r>
            <a:br/>
            <a:r>
              <a:t>setCount: function(newCount) {</a:t>
            </a:r>
            <a:br/>
            <a:r>
              <a:t>this.count = newCount;</a:t>
            </a:r>
            <a:br/>
            <a:r>
              <a:t>}</a:t>
            </a:r>
            <a:br/>
            <a:r>
              <a:t>};</a:t>
            </a:r>
            <a:br/>
            <a:r>
              <a:t>const { count, setCount } = state;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Destructuring with the spread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Often used together, especially in React.</a:t>
            </a:r>
            <a:br/>
            <a:r>
              <a:t>const user = { name: "Asha", age: 25 };</a:t>
            </a:r>
            <a:br/>
            <a:r>
              <a:t>const updatedUser = { ...user, age: 26 };</a:t>
            </a:r>
            <a:br/>
            <a:r>
              <a:t>const { name, ...rest } = updatedUser;</a:t>
            </a:r>
            <a:br/>
            <a:r>
              <a:t>console.log(name); // "Asha"</a:t>
            </a:r>
            <a:br/>
            <a:r>
              <a:t>console.log(rest); // { age: 26 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Important notes and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000"/>
            </a:pPr>
            <a:r>
              <a:t>Order matters in arrays, not in objects (objects use property names).</a:t>
            </a:r>
            <a:br/>
            <a:r>
              <a:t>Destructuring does not create deep copies; nested objects/arrays are still shared.</a:t>
            </a:r>
            <a:br/>
            <a:r>
              <a:t>const user = { name: "Asha", address: { city: "Mumbai" } };</a:t>
            </a:r>
            <a:br/>
            <a:r>
              <a:t>const { address } = user;</a:t>
            </a:r>
            <a:br/>
            <a:r>
              <a:t>address.city = "Delhi";</a:t>
            </a:r>
            <a:br/>
            <a:r>
              <a:t>console.log(user.address.city); // "Delhi"</a:t>
            </a:r>
            <a:br/>
            <a:r>
              <a:t>Default values are used only when the value is undefined, not for null or other falsy values.</a:t>
            </a:r>
            <a:br/>
            <a:r>
              <a:t>const { name = "Guest" } = { name: null };</a:t>
            </a:r>
            <a:br/>
            <a:r>
              <a:t>console.log(name); // null (not "Guest")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cannot use reserved words as variable names unless you rename: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const { class: className } = element; // ok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Why destructuring matters for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React, you’ll see destructuring everywhere: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function Greeting({ name, age }) {</a:t>
            </a:r>
            <a:br/>
            <a:r>
              <a:t>return `Hello, ${name}, age ${age}`;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const [count, setCount] = useState(0);</a:t>
            </a:r>
            <a:br/>
            <a:r>
              <a:t>Context, router props, event objects, etc.</a:t>
            </a:r>
            <a:br/>
            <a:r>
              <a:t>Understanding destructuring well makes React code much easier to read and write.</a:t>
            </a:r>
            <a:br/>
            <a:r>
              <a:t>Destructuring is a core modern JavaScript feature that simplifies working with objects and arrays, reduces boilerplate, and is essential for writing clean, React-friendly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594</TotalTime>
  <Words>1933</Words>
  <Application>Microsoft Office PowerPoint</Application>
  <PresentationFormat>Widescreen</PresentationFormat>
  <Paragraphs>75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IBM Plex Sans</vt:lpstr>
      <vt:lpstr>Quicksand</vt:lpstr>
      <vt:lpstr>ABC Final Theme</vt:lpstr>
      <vt:lpstr>JS Destructuring***</vt:lpstr>
      <vt:lpstr>PowerPoint Presentation</vt:lpstr>
      <vt:lpstr>1. Why use destructuring?</vt:lpstr>
      <vt:lpstr>Without destructuring:</vt:lpstr>
      <vt:lpstr>With destructuring:</vt:lpstr>
      <vt:lpstr>2. Object destructuring</vt:lpstr>
      <vt:lpstr>2.1 Basic syntax</vt:lpstr>
      <vt:lpstr>2.2 Renaming variables</vt:lpstr>
      <vt:lpstr>2.3 Default values</vt:lpstr>
      <vt:lpstr>2.4 Extracting nested objects</vt:lpstr>
      <vt:lpstr>2.5 Rest properties</vt:lpstr>
      <vt:lpstr>2.6 Ignoring properties</vt:lpstr>
      <vt:lpstr>3. Array destructuring</vt:lpstr>
      <vt:lpstr>3.1 Basic syntax</vt:lpstr>
      <vt:lpstr>3.2 Skipping elements</vt:lpstr>
      <vt:lpstr>3.3 Default values</vt:lpstr>
      <vt:lpstr>3.4 Rest elements</vt:lpstr>
      <vt:lpstr>3.5 Nested array destructuring</vt:lpstr>
      <vt:lpstr>3.6 Swapping variables</vt:lpstr>
      <vt:lpstr>4. Destructuring in function parameters</vt:lpstr>
      <vt:lpstr>4.1 Object parameters</vt:lpstr>
      <vt:lpstr>Instead of:</vt:lpstr>
      <vt:lpstr>You can write:</vt:lpstr>
      <vt:lpstr>With defaults:</vt:lpstr>
      <vt:lpstr>4.2 Array parameters</vt:lpstr>
      <vt:lpstr>5. Destructuring with strings</vt:lpstr>
      <vt:lpstr>6. Destructuring in variable declarations</vt:lpstr>
      <vt:lpstr>7. Destructuring with function return values</vt:lpstr>
      <vt:lpstr>When a function returns an object:</vt:lpstr>
      <vt:lpstr>8. Common patterns and use cases</vt:lpstr>
      <vt:lpstr>8.1 Extracting only needed properties</vt:lpstr>
      <vt:lpstr>8.2 Setting defaults for missing config</vt:lpstr>
      <vt:lpstr>8.3 Renaming for clarity</vt:lpstr>
      <vt:lpstr>8.4 Splitting state and setter (React-like pattern)</vt:lpstr>
      <vt:lpstr>9. Destructuring with the spread operator</vt:lpstr>
      <vt:lpstr>10. Important notes and pitfalls</vt:lpstr>
      <vt:lpstr>You cannot use reserved words as variable names unless you rename:</vt:lpstr>
      <vt:lpstr>11. Why destructuring matters for React</vt:lpstr>
      <vt:lpstr>In React, you’ll see destructuring everywhere:</vt:lpstr>
      <vt:lpstr>Props:</vt:lpstr>
      <vt:lpstr>State: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5</cp:revision>
  <dcterms:created xsi:type="dcterms:W3CDTF">2013-01-27T09:14:16Z</dcterms:created>
  <dcterms:modified xsi:type="dcterms:W3CDTF">2026-07-24T18:42:44Z</dcterms:modified>
  <cp:category/>
</cp:coreProperties>
</file>